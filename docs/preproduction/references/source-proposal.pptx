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5" r:id="rId4"/>
    <p:sldMasterId id="2147483706" r:id="rId5"/>
  </p:sldMasterIdLst>
  <p:notesMasterIdLst>
    <p:notesMasterId r:id="rId6"/>
  </p:notesMasterIdLst>
  <p:sldIdLst>
    <p:sldId id="256" r:id="rId7"/>
    <p:sldId id="257" r:id="rId8"/>
    <p:sldId id="258" r:id="rId9"/>
    <p:sldId id="259" r:id="rId10"/>
    <p:sldId id="260" r:id="rId11"/>
    <p:sldId id="261" r:id="rId12"/>
    <p:sldId id="262" r:id="rId13"/>
    <p:sldId id="263" r:id="rId14"/>
  </p:sldIdLst>
  <p:sldSz cy="5143500" cx="9144000"/>
  <p:notesSz cx="6858000" cy="9144000"/>
  <p:embeddedFontLst>
    <p:embeddedFont>
      <p:font typeface="Figtree"/>
      <p:regular r:id="rId15"/>
      <p:bold r:id="rId16"/>
      <p:italic r:id="rId17"/>
      <p:boldItalic r:id="rId18"/>
    </p:embeddedFont>
    <p:embeddedFont>
      <p:font typeface="Jost Light"/>
      <p:regular r:id="rId19"/>
      <p:bold r:id="rId20"/>
      <p:italic r:id="rId21"/>
      <p:boldItalic r:id="rId22"/>
    </p:embeddedFont>
    <p:embeddedFont>
      <p:font typeface="Figtree Medium"/>
      <p:regular r:id="rId23"/>
      <p:bold r:id="rId24"/>
      <p:italic r:id="rId25"/>
      <p:boldItalic r:id="rId26"/>
    </p:embeddedFont>
    <p:embeddedFont>
      <p:font typeface="Figtree Light"/>
      <p:regular r:id="rId27"/>
      <p:bold r:id="rId28"/>
      <p:italic r:id="rId29"/>
      <p:boldItalic r:id="rId30"/>
    </p:embeddedFont>
    <p:embeddedFont>
      <p:font typeface="Jost"/>
      <p:regular r:id="rId31"/>
      <p:bold r:id="rId32"/>
      <p:italic r:id="rId33"/>
      <p:boldItalic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JostLight-bold.fntdata"/><Relationship Id="rId22" Type="http://schemas.openxmlformats.org/officeDocument/2006/relationships/font" Target="fonts/JostLight-boldItalic.fntdata"/><Relationship Id="rId21" Type="http://schemas.openxmlformats.org/officeDocument/2006/relationships/font" Target="fonts/JostLight-italic.fntdata"/><Relationship Id="rId24" Type="http://schemas.openxmlformats.org/officeDocument/2006/relationships/font" Target="fonts/FigtreeMedium-bold.fntdata"/><Relationship Id="rId23" Type="http://schemas.openxmlformats.org/officeDocument/2006/relationships/font" Target="fonts/FigtreeMedium-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FigtreeMedium-boldItalic.fntdata"/><Relationship Id="rId25" Type="http://schemas.openxmlformats.org/officeDocument/2006/relationships/font" Target="fonts/FigtreeMedium-italic.fntdata"/><Relationship Id="rId28" Type="http://schemas.openxmlformats.org/officeDocument/2006/relationships/font" Target="fonts/FigtreeLight-bold.fntdata"/><Relationship Id="rId27" Type="http://schemas.openxmlformats.org/officeDocument/2006/relationships/font" Target="fonts/FigtreeLight-regular.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FigtreeLight-italic.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Jost-regular.fntdata"/><Relationship Id="rId30" Type="http://schemas.openxmlformats.org/officeDocument/2006/relationships/font" Target="fonts/FigtreeLight-boldItalic.fntdata"/><Relationship Id="rId11" Type="http://schemas.openxmlformats.org/officeDocument/2006/relationships/slide" Target="slides/slide5.xml"/><Relationship Id="rId33" Type="http://schemas.openxmlformats.org/officeDocument/2006/relationships/font" Target="fonts/Jost-italic.fntdata"/><Relationship Id="rId10" Type="http://schemas.openxmlformats.org/officeDocument/2006/relationships/slide" Target="slides/slide4.xml"/><Relationship Id="rId32" Type="http://schemas.openxmlformats.org/officeDocument/2006/relationships/font" Target="fonts/Jost-bold.fntdata"/><Relationship Id="rId13" Type="http://schemas.openxmlformats.org/officeDocument/2006/relationships/slide" Target="slides/slide7.xml"/><Relationship Id="rId12" Type="http://schemas.openxmlformats.org/officeDocument/2006/relationships/slide" Target="slides/slide6.xml"/><Relationship Id="rId34" Type="http://schemas.openxmlformats.org/officeDocument/2006/relationships/font" Target="fonts/Jost-boldItalic.fntdata"/><Relationship Id="rId15" Type="http://schemas.openxmlformats.org/officeDocument/2006/relationships/font" Target="fonts/Figtree-regular.fntdata"/><Relationship Id="rId14" Type="http://schemas.openxmlformats.org/officeDocument/2006/relationships/slide" Target="slides/slide8.xml"/><Relationship Id="rId17" Type="http://schemas.openxmlformats.org/officeDocument/2006/relationships/font" Target="fonts/Figtree-italic.fntdata"/><Relationship Id="rId16" Type="http://schemas.openxmlformats.org/officeDocument/2006/relationships/font" Target="fonts/Figtree-bold.fntdata"/><Relationship Id="rId19" Type="http://schemas.openxmlformats.org/officeDocument/2006/relationships/font" Target="fonts/JostLight-regular.fntdata"/><Relationship Id="rId18" Type="http://schemas.openxmlformats.org/officeDocument/2006/relationships/font" Target="fonts/Figtree-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h6fadaf8b6ad1f118_0_14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1" name="Google Shape;481;h6fadaf8b6ad1f118_0_14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h6fadaf8b6ad1f118_0_19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0" name="Google Shape;490;h6fadaf8b6ad1f118_0_19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h6fadaf8b6ad1f118_0_19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1" name="Google Shape;501;h6fadaf8b6ad1f118_0_19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h6fadaf8b6ad1f118_0_19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9" name="Google Shape;509;h6fadaf8b6ad1f118_0_19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h6fadaf8b6ad1f118_0_19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8" name="Google Shape;528;h6fadaf8b6ad1f118_0_19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h6fadaf8b6ad1f118_0_20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9" name="Google Shape;539;h6fadaf8b6ad1f118_0_20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h6fadaf8b6ad1f118_0_20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3" name="Google Shape;563;h6fadaf8b6ad1f118_0_20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h6fadaf8b6ad1f118_0_2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4" name="Google Shape;584;h6fadaf8b6ad1f118_0_2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jp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jp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 Alt 1">
  <p:cSld name="CUSTOM_7_1_1_1_1_1_1_1_1_1_1_1_1_1_1_1_1">
    <p:spTree>
      <p:nvGrpSpPr>
        <p:cNvPr id="55" name="Shape 55"/>
        <p:cNvGrpSpPr/>
        <p:nvPr/>
      </p:nvGrpSpPr>
      <p:grpSpPr>
        <a:xfrm>
          <a:off x="0" y="0"/>
          <a:ext cx="0" cy="0"/>
          <a:chOff x="0" y="0"/>
          <a:chExt cx="0" cy="0"/>
        </a:xfrm>
      </p:grpSpPr>
      <p:pic>
        <p:nvPicPr>
          <p:cNvPr id="56" name="Google Shape;56;p14"/>
          <p:cNvPicPr preferRelativeResize="0"/>
          <p:nvPr/>
        </p:nvPicPr>
        <p:blipFill>
          <a:blip r:embed="rId2">
            <a:alphaModFix/>
          </a:blip>
          <a:stretch>
            <a:fillRect/>
          </a:stretch>
        </p:blipFill>
        <p:spPr>
          <a:xfrm>
            <a:off x="0" y="0"/>
            <a:ext cx="9144003" cy="5143501"/>
          </a:xfrm>
          <a:prstGeom prst="rect">
            <a:avLst/>
          </a:prstGeom>
          <a:noFill/>
          <a:ln>
            <a:noFill/>
          </a:ln>
        </p:spPr>
      </p:pic>
      <p:sp>
        <p:nvSpPr>
          <p:cNvPr id="57" name="Google Shape;57;p14"/>
          <p:cNvSpPr txBox="1"/>
          <p:nvPr>
            <p:ph idx="1" type="subTitle"/>
          </p:nvPr>
        </p:nvSpPr>
        <p:spPr>
          <a:xfrm>
            <a:off x="228225" y="1298200"/>
            <a:ext cx="2712000" cy="174300"/>
          </a:xfrm>
          <a:prstGeom prst="rect">
            <a:avLst/>
          </a:prstGeom>
        </p:spPr>
        <p:txBody>
          <a:bodyPr anchorCtr="0" anchor="t" bIns="0" lIns="0" spcFirstLastPara="1" rIns="0" wrap="square" tIns="0">
            <a:spAutoFit/>
          </a:bodyPr>
          <a:lstStyle>
            <a:lvl1pPr lvl="0">
              <a:spcBef>
                <a:spcPts val="0"/>
              </a:spcBef>
              <a:spcAft>
                <a:spcPts val="0"/>
              </a:spcAft>
              <a:buNone/>
              <a:defRPr sz="1200"/>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p:txBody>
      </p:sp>
      <p:sp>
        <p:nvSpPr>
          <p:cNvPr id="58" name="Google Shape;58;p14"/>
          <p:cNvSpPr txBox="1"/>
          <p:nvPr>
            <p:ph type="title"/>
          </p:nvPr>
        </p:nvSpPr>
        <p:spPr>
          <a:xfrm>
            <a:off x="228225" y="4579187"/>
            <a:ext cx="7310400" cy="4050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Figtree Light"/>
              <a:buNone/>
              <a:defRPr sz="800">
                <a:latin typeface="Figtree Light"/>
                <a:ea typeface="Figtree Light"/>
                <a:cs typeface="Figtree Light"/>
                <a:sym typeface="Figtree Light"/>
              </a:defRPr>
            </a:lvl1pPr>
            <a:lvl2pPr lvl="1">
              <a:spcBef>
                <a:spcPts val="0"/>
              </a:spcBef>
              <a:spcAft>
                <a:spcPts val="0"/>
              </a:spcAft>
              <a:buClr>
                <a:schemeClr val="dk1"/>
              </a:buClr>
              <a:buSzPts val="1400"/>
              <a:buNone/>
              <a:defRPr/>
            </a:lvl2pPr>
            <a:lvl3pPr lvl="2">
              <a:spcBef>
                <a:spcPts val="0"/>
              </a:spcBef>
              <a:spcAft>
                <a:spcPts val="0"/>
              </a:spcAft>
              <a:buClr>
                <a:schemeClr val="dk1"/>
              </a:buClr>
              <a:buSzPts val="1400"/>
              <a:buNone/>
              <a:defRPr/>
            </a:lvl3pPr>
            <a:lvl4pPr lvl="3">
              <a:spcBef>
                <a:spcPts val="0"/>
              </a:spcBef>
              <a:spcAft>
                <a:spcPts val="0"/>
              </a:spcAft>
              <a:buClr>
                <a:schemeClr val="dk1"/>
              </a:buClr>
              <a:buSzPts val="1400"/>
              <a:buNone/>
              <a:defRPr/>
            </a:lvl4pPr>
            <a:lvl5pPr lvl="4">
              <a:spcBef>
                <a:spcPts val="0"/>
              </a:spcBef>
              <a:spcAft>
                <a:spcPts val="0"/>
              </a:spcAft>
              <a:buClr>
                <a:schemeClr val="dk1"/>
              </a:buClr>
              <a:buSzPts val="1400"/>
              <a:buNone/>
              <a:defRPr/>
            </a:lvl5pPr>
            <a:lvl6pPr lvl="5">
              <a:spcBef>
                <a:spcPts val="0"/>
              </a:spcBef>
              <a:spcAft>
                <a:spcPts val="0"/>
              </a:spcAft>
              <a:buClr>
                <a:schemeClr val="dk1"/>
              </a:buClr>
              <a:buSzPts val="1400"/>
              <a:buNone/>
              <a:defRPr/>
            </a:lvl6pPr>
            <a:lvl7pPr lvl="6">
              <a:spcBef>
                <a:spcPts val="0"/>
              </a:spcBef>
              <a:spcAft>
                <a:spcPts val="0"/>
              </a:spcAft>
              <a:buClr>
                <a:schemeClr val="dk1"/>
              </a:buClr>
              <a:buSzPts val="1400"/>
              <a:buNone/>
              <a:defRPr/>
            </a:lvl7pPr>
            <a:lvl8pPr lvl="7">
              <a:spcBef>
                <a:spcPts val="0"/>
              </a:spcBef>
              <a:spcAft>
                <a:spcPts val="0"/>
              </a:spcAft>
              <a:buClr>
                <a:schemeClr val="dk1"/>
              </a:buClr>
              <a:buSzPts val="1400"/>
              <a:buNone/>
              <a:defRPr/>
            </a:lvl8pPr>
            <a:lvl9pPr lvl="8">
              <a:spcBef>
                <a:spcPts val="0"/>
              </a:spcBef>
              <a:spcAft>
                <a:spcPts val="0"/>
              </a:spcAft>
              <a:buClr>
                <a:schemeClr val="dk1"/>
              </a:buClr>
              <a:buSzPts val="1400"/>
              <a:buNone/>
              <a:defRPr/>
            </a:lvl9pPr>
          </a:lstStyle>
          <a:p/>
        </p:txBody>
      </p:sp>
      <p:sp>
        <p:nvSpPr>
          <p:cNvPr id="59" name="Google Shape;59;p14"/>
          <p:cNvSpPr txBox="1"/>
          <p:nvPr>
            <p:ph idx="2" type="subTitle"/>
          </p:nvPr>
        </p:nvSpPr>
        <p:spPr>
          <a:xfrm>
            <a:off x="228225" y="2260925"/>
            <a:ext cx="5340300" cy="267000"/>
          </a:xfrm>
          <a:prstGeom prst="rect">
            <a:avLst/>
          </a:prstGeom>
        </p:spPr>
        <p:txBody>
          <a:bodyPr anchorCtr="0" anchor="t" bIns="0" lIns="0" spcFirstLastPara="1" rIns="0" wrap="square" tIns="0">
            <a:spAutoFit/>
          </a:bodyPr>
          <a:lstStyle>
            <a:lvl1pPr lvl="0">
              <a:spcBef>
                <a:spcPts val="0"/>
              </a:spcBef>
              <a:spcAft>
                <a:spcPts val="0"/>
              </a:spcAft>
              <a:buNone/>
              <a:defRPr sz="1200">
                <a:solidFill>
                  <a:schemeClr val="dk2"/>
                </a:solidFill>
              </a:defRPr>
            </a:lvl1pPr>
            <a:lvl2pPr lvl="1">
              <a:spcBef>
                <a:spcPts val="0"/>
              </a:spcBef>
              <a:spcAft>
                <a:spcPts val="0"/>
              </a:spcAft>
              <a:buNone/>
              <a:defRPr sz="1200">
                <a:solidFill>
                  <a:schemeClr val="dk2"/>
                </a:solidFill>
              </a:defRPr>
            </a:lvl2pPr>
            <a:lvl3pPr lvl="2">
              <a:spcBef>
                <a:spcPts val="0"/>
              </a:spcBef>
              <a:spcAft>
                <a:spcPts val="0"/>
              </a:spcAft>
              <a:buNone/>
              <a:defRPr sz="1200">
                <a:solidFill>
                  <a:schemeClr val="dk2"/>
                </a:solidFill>
              </a:defRPr>
            </a:lvl3pPr>
            <a:lvl4pPr lvl="3">
              <a:spcBef>
                <a:spcPts val="0"/>
              </a:spcBef>
              <a:spcAft>
                <a:spcPts val="0"/>
              </a:spcAft>
              <a:buNone/>
              <a:defRPr sz="1200">
                <a:solidFill>
                  <a:schemeClr val="dk2"/>
                </a:solidFill>
              </a:defRPr>
            </a:lvl4pPr>
            <a:lvl5pPr lvl="4">
              <a:spcBef>
                <a:spcPts val="0"/>
              </a:spcBef>
              <a:spcAft>
                <a:spcPts val="0"/>
              </a:spcAft>
              <a:buNone/>
              <a:defRPr sz="1200">
                <a:solidFill>
                  <a:schemeClr val="dk2"/>
                </a:solidFill>
              </a:defRPr>
            </a:lvl5pPr>
            <a:lvl6pPr lvl="5">
              <a:spcBef>
                <a:spcPts val="0"/>
              </a:spcBef>
              <a:spcAft>
                <a:spcPts val="0"/>
              </a:spcAft>
              <a:buNone/>
              <a:defRPr sz="1200">
                <a:solidFill>
                  <a:schemeClr val="dk2"/>
                </a:solidFill>
              </a:defRPr>
            </a:lvl6pPr>
            <a:lvl7pPr lvl="6">
              <a:spcBef>
                <a:spcPts val="0"/>
              </a:spcBef>
              <a:spcAft>
                <a:spcPts val="0"/>
              </a:spcAft>
              <a:buNone/>
              <a:defRPr sz="1200">
                <a:solidFill>
                  <a:schemeClr val="dk2"/>
                </a:solidFill>
              </a:defRPr>
            </a:lvl7pPr>
            <a:lvl8pPr lvl="7">
              <a:spcBef>
                <a:spcPts val="0"/>
              </a:spcBef>
              <a:spcAft>
                <a:spcPts val="0"/>
              </a:spcAft>
              <a:buNone/>
              <a:defRPr sz="1200">
                <a:solidFill>
                  <a:schemeClr val="dk2"/>
                </a:solidFill>
              </a:defRPr>
            </a:lvl8pPr>
            <a:lvl9pPr lvl="8">
              <a:spcBef>
                <a:spcPts val="0"/>
              </a:spcBef>
              <a:spcAft>
                <a:spcPts val="0"/>
              </a:spcAft>
              <a:buNone/>
              <a:defRPr sz="1200">
                <a:solidFill>
                  <a:schemeClr val="dk2"/>
                </a:solidFill>
              </a:defRPr>
            </a:lvl9pPr>
          </a:lstStyle>
          <a:p/>
        </p:txBody>
      </p:sp>
      <p:sp>
        <p:nvSpPr>
          <p:cNvPr id="60" name="Google Shape;60;p14"/>
          <p:cNvSpPr txBox="1"/>
          <p:nvPr>
            <p:ph idx="3" type="title"/>
          </p:nvPr>
        </p:nvSpPr>
        <p:spPr>
          <a:xfrm>
            <a:off x="189618" y="1545733"/>
            <a:ext cx="8278500" cy="1444200"/>
          </a:xfrm>
          <a:prstGeom prst="rect">
            <a:avLst/>
          </a:prstGeom>
        </p:spPr>
        <p:txBody>
          <a:bodyPr anchorCtr="0" anchor="t" bIns="91425" lIns="0" spcFirstLastPara="1" rIns="91425" wrap="square" tIns="91425">
            <a:noAutofit/>
          </a:bodyPr>
          <a:lstStyle>
            <a:lvl1pPr lvl="0">
              <a:lnSpc>
                <a:spcPct val="80000"/>
              </a:lnSpc>
              <a:spcBef>
                <a:spcPts val="0"/>
              </a:spcBef>
              <a:spcAft>
                <a:spcPts val="0"/>
              </a:spcAft>
              <a:buClr>
                <a:schemeClr val="dk1"/>
              </a:buClr>
              <a:buSzPts val="8000"/>
              <a:buFont typeface="Figtree"/>
              <a:buNone/>
              <a:defRPr sz="8000"/>
            </a:lvl1pPr>
            <a:lvl2pPr lvl="1">
              <a:spcBef>
                <a:spcPts val="0"/>
              </a:spcBef>
              <a:spcAft>
                <a:spcPts val="0"/>
              </a:spcAft>
              <a:buClr>
                <a:schemeClr val="dk1"/>
              </a:buClr>
              <a:buSzPts val="8000"/>
              <a:buNone/>
              <a:defRPr sz="8000">
                <a:solidFill>
                  <a:schemeClr val="dk1"/>
                </a:solidFill>
              </a:defRPr>
            </a:lvl2pPr>
            <a:lvl3pPr lvl="2">
              <a:spcBef>
                <a:spcPts val="0"/>
              </a:spcBef>
              <a:spcAft>
                <a:spcPts val="0"/>
              </a:spcAft>
              <a:buClr>
                <a:schemeClr val="dk1"/>
              </a:buClr>
              <a:buSzPts val="8000"/>
              <a:buNone/>
              <a:defRPr sz="8000">
                <a:solidFill>
                  <a:schemeClr val="dk1"/>
                </a:solidFill>
              </a:defRPr>
            </a:lvl3pPr>
            <a:lvl4pPr lvl="3">
              <a:spcBef>
                <a:spcPts val="0"/>
              </a:spcBef>
              <a:spcAft>
                <a:spcPts val="0"/>
              </a:spcAft>
              <a:buClr>
                <a:schemeClr val="dk1"/>
              </a:buClr>
              <a:buSzPts val="8000"/>
              <a:buNone/>
              <a:defRPr sz="8000">
                <a:solidFill>
                  <a:schemeClr val="dk1"/>
                </a:solidFill>
              </a:defRPr>
            </a:lvl4pPr>
            <a:lvl5pPr lvl="4">
              <a:spcBef>
                <a:spcPts val="0"/>
              </a:spcBef>
              <a:spcAft>
                <a:spcPts val="0"/>
              </a:spcAft>
              <a:buClr>
                <a:schemeClr val="dk1"/>
              </a:buClr>
              <a:buSzPts val="8000"/>
              <a:buNone/>
              <a:defRPr sz="8000">
                <a:solidFill>
                  <a:schemeClr val="dk1"/>
                </a:solidFill>
              </a:defRPr>
            </a:lvl5pPr>
            <a:lvl6pPr lvl="5">
              <a:spcBef>
                <a:spcPts val="0"/>
              </a:spcBef>
              <a:spcAft>
                <a:spcPts val="0"/>
              </a:spcAft>
              <a:buClr>
                <a:schemeClr val="dk1"/>
              </a:buClr>
              <a:buSzPts val="8000"/>
              <a:buNone/>
              <a:defRPr sz="8000">
                <a:solidFill>
                  <a:schemeClr val="dk1"/>
                </a:solidFill>
              </a:defRPr>
            </a:lvl6pPr>
            <a:lvl7pPr lvl="6">
              <a:spcBef>
                <a:spcPts val="0"/>
              </a:spcBef>
              <a:spcAft>
                <a:spcPts val="0"/>
              </a:spcAft>
              <a:buClr>
                <a:schemeClr val="dk1"/>
              </a:buClr>
              <a:buSzPts val="8000"/>
              <a:buNone/>
              <a:defRPr sz="8000">
                <a:solidFill>
                  <a:schemeClr val="dk1"/>
                </a:solidFill>
              </a:defRPr>
            </a:lvl7pPr>
            <a:lvl8pPr lvl="7">
              <a:spcBef>
                <a:spcPts val="0"/>
              </a:spcBef>
              <a:spcAft>
                <a:spcPts val="0"/>
              </a:spcAft>
              <a:buClr>
                <a:schemeClr val="dk1"/>
              </a:buClr>
              <a:buSzPts val="8000"/>
              <a:buNone/>
              <a:defRPr sz="8000">
                <a:solidFill>
                  <a:schemeClr val="dk1"/>
                </a:solidFill>
              </a:defRPr>
            </a:lvl8pPr>
            <a:lvl9pPr lvl="8">
              <a:spcBef>
                <a:spcPts val="0"/>
              </a:spcBef>
              <a:spcAft>
                <a:spcPts val="0"/>
              </a:spcAft>
              <a:buClr>
                <a:schemeClr val="dk1"/>
              </a:buClr>
              <a:buSzPts val="8000"/>
              <a:buNone/>
              <a:defRPr sz="8000">
                <a:solidFill>
                  <a:schemeClr val="dk1"/>
                </a:solidFill>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2">
  <p:cSld name="CUSTOM_1_1">
    <p:spTree>
      <p:nvGrpSpPr>
        <p:cNvPr id="61" name="Shape 61"/>
        <p:cNvGrpSpPr/>
        <p:nvPr/>
      </p:nvGrpSpPr>
      <p:grpSpPr>
        <a:xfrm>
          <a:off x="0" y="0"/>
          <a:ext cx="0" cy="0"/>
          <a:chOff x="0" y="0"/>
          <a:chExt cx="0" cy="0"/>
        </a:xfrm>
      </p:grpSpPr>
      <p:sp>
        <p:nvSpPr>
          <p:cNvPr id="62" name="Google Shape;62;p15"/>
          <p:cNvSpPr/>
          <p:nvPr/>
        </p:nvSpPr>
        <p:spPr>
          <a:xfrm>
            <a:off x="0" y="0"/>
            <a:ext cx="2406900" cy="2406900"/>
          </a:xfrm>
          <a:prstGeom prst="rect">
            <a:avLst/>
          </a:prstGeom>
          <a:gradFill>
            <a:gsLst>
              <a:gs pos="0">
                <a:schemeClr val="lt2"/>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63" name="Google Shape;63;p15"/>
          <p:cNvSpPr/>
          <p:nvPr/>
        </p:nvSpPr>
        <p:spPr>
          <a:xfrm>
            <a:off x="7172525" y="0"/>
            <a:ext cx="1971600" cy="5143500"/>
          </a:xfrm>
          <a:prstGeom prst="rect">
            <a:avLst/>
          </a:prstGeom>
          <a:gradFill>
            <a:gsLst>
              <a:gs pos="0">
                <a:schemeClr val="accent6"/>
              </a:gs>
              <a:gs pos="100000">
                <a:schemeClr val="lt2"/>
              </a:gs>
            </a:gsLst>
            <a:lin ang="540001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64" name="Google Shape;64;p15"/>
          <p:cNvSpPr txBox="1"/>
          <p:nvPr>
            <p:ph type="title"/>
          </p:nvPr>
        </p:nvSpPr>
        <p:spPr>
          <a:xfrm>
            <a:off x="3809850" y="1269500"/>
            <a:ext cx="2884500" cy="3681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Figtree"/>
              <a:buNone/>
              <a:defRPr sz="12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65" name="Google Shape;65;p15"/>
          <p:cNvSpPr txBox="1"/>
          <p:nvPr>
            <p:ph idx="2" type="title"/>
          </p:nvPr>
        </p:nvSpPr>
        <p:spPr>
          <a:xfrm>
            <a:off x="3154650" y="3495050"/>
            <a:ext cx="592800" cy="368100"/>
          </a:xfrm>
          <a:prstGeom prst="rect">
            <a:avLst/>
          </a:prstGeom>
        </p:spPr>
        <p:txBody>
          <a:bodyPr anchorCtr="0" anchor="t" bIns="91425" lIns="0" spcFirstLastPara="1" rIns="91425" wrap="square" tIns="0">
            <a:noAutofit/>
          </a:bodyPr>
          <a:lstStyle>
            <a:lvl1pPr lvl="0">
              <a:spcBef>
                <a:spcPts val="0"/>
              </a:spcBef>
              <a:spcAft>
                <a:spcPts val="0"/>
              </a:spcAft>
              <a:buClr>
                <a:schemeClr val="dk1"/>
              </a:buClr>
              <a:buSzPts val="2400"/>
              <a:buFont typeface="Figtree"/>
              <a:buNone/>
              <a:defRPr sz="2400"/>
            </a:lvl1pPr>
            <a:lvl2pPr lvl="1">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2pPr>
            <a:lvl3pPr lvl="2">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3pPr>
            <a:lvl4pPr lvl="3">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4pPr>
            <a:lvl5pPr lvl="4">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5pPr>
            <a:lvl6pPr lvl="5">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6pPr>
            <a:lvl7pPr lvl="6">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7pPr>
            <a:lvl8pPr lvl="7">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8pPr>
            <a:lvl9pPr lvl="8">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9pPr>
          </a:lstStyle>
          <a:p/>
        </p:txBody>
      </p:sp>
      <p:sp>
        <p:nvSpPr>
          <p:cNvPr id="66" name="Google Shape;66;p15"/>
          <p:cNvSpPr txBox="1"/>
          <p:nvPr>
            <p:ph idx="3" type="title"/>
          </p:nvPr>
        </p:nvSpPr>
        <p:spPr>
          <a:xfrm>
            <a:off x="230075" y="58625"/>
            <a:ext cx="2500500" cy="172200"/>
          </a:xfrm>
          <a:prstGeom prst="rect">
            <a:avLst/>
          </a:prstGeom>
        </p:spPr>
        <p:txBody>
          <a:bodyPr anchorCtr="0" anchor="t" bIns="0" lIns="0" spcFirstLastPara="1" rIns="0" wrap="square" tIns="0">
            <a:noAutofit/>
          </a:bodyPr>
          <a:lstStyle>
            <a:lvl1pPr lvl="0">
              <a:spcBef>
                <a:spcPts val="0"/>
              </a:spcBef>
              <a:spcAft>
                <a:spcPts val="0"/>
              </a:spcAft>
              <a:buNone/>
              <a:defRPr sz="7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67" name="Google Shape;67;p15"/>
          <p:cNvSpPr txBox="1"/>
          <p:nvPr>
            <p:ph idx="4" type="title"/>
          </p:nvPr>
        </p:nvSpPr>
        <p:spPr>
          <a:xfrm>
            <a:off x="6414875" y="58625"/>
            <a:ext cx="2500500" cy="172200"/>
          </a:xfrm>
          <a:prstGeom prst="rect">
            <a:avLst/>
          </a:prstGeom>
        </p:spPr>
        <p:txBody>
          <a:bodyPr anchorCtr="0" anchor="t" bIns="0" lIns="0" spcFirstLastPara="1" rIns="0" wrap="square" tIns="0">
            <a:noAutofit/>
          </a:bodyPr>
          <a:lstStyle>
            <a:lvl1pPr lvl="0" algn="r">
              <a:spcBef>
                <a:spcPts val="0"/>
              </a:spcBef>
              <a:spcAft>
                <a:spcPts val="0"/>
              </a:spcAft>
              <a:buNone/>
              <a:defRPr sz="700"/>
            </a:lvl1pPr>
            <a:lvl2pPr lvl="1"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68" name="Google Shape;68;p15"/>
          <p:cNvSpPr txBox="1"/>
          <p:nvPr>
            <p:ph idx="5" type="title"/>
          </p:nvPr>
        </p:nvSpPr>
        <p:spPr>
          <a:xfrm>
            <a:off x="3809850" y="1714600"/>
            <a:ext cx="2884500" cy="3681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Figtree"/>
              <a:buNone/>
              <a:defRPr sz="12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69" name="Google Shape;69;p15"/>
          <p:cNvSpPr txBox="1"/>
          <p:nvPr>
            <p:ph idx="6" type="title"/>
          </p:nvPr>
        </p:nvSpPr>
        <p:spPr>
          <a:xfrm>
            <a:off x="3809850" y="2159700"/>
            <a:ext cx="2884500" cy="3681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Figtree"/>
              <a:buNone/>
              <a:defRPr sz="12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70" name="Google Shape;70;p15"/>
          <p:cNvSpPr txBox="1"/>
          <p:nvPr>
            <p:ph idx="7" type="title"/>
          </p:nvPr>
        </p:nvSpPr>
        <p:spPr>
          <a:xfrm>
            <a:off x="3809850" y="2593988"/>
            <a:ext cx="2884500" cy="3681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Figtree"/>
              <a:buNone/>
              <a:defRPr sz="12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71" name="Google Shape;71;p15"/>
          <p:cNvSpPr txBox="1"/>
          <p:nvPr>
            <p:ph idx="8" type="title"/>
          </p:nvPr>
        </p:nvSpPr>
        <p:spPr>
          <a:xfrm>
            <a:off x="3809850" y="3036613"/>
            <a:ext cx="2884500" cy="3681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Figtree"/>
              <a:buNone/>
              <a:defRPr sz="12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72" name="Google Shape;72;p15"/>
          <p:cNvSpPr txBox="1"/>
          <p:nvPr>
            <p:ph idx="9" type="title"/>
          </p:nvPr>
        </p:nvSpPr>
        <p:spPr>
          <a:xfrm>
            <a:off x="3809850" y="3479238"/>
            <a:ext cx="2884500" cy="3681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Figtree"/>
              <a:buNone/>
              <a:defRPr sz="12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73" name="Google Shape;73;p15"/>
          <p:cNvSpPr txBox="1"/>
          <p:nvPr>
            <p:ph idx="13" type="title"/>
          </p:nvPr>
        </p:nvSpPr>
        <p:spPr>
          <a:xfrm>
            <a:off x="3154650" y="3049925"/>
            <a:ext cx="592800" cy="368100"/>
          </a:xfrm>
          <a:prstGeom prst="rect">
            <a:avLst/>
          </a:prstGeom>
        </p:spPr>
        <p:txBody>
          <a:bodyPr anchorCtr="0" anchor="ctr" bIns="91425" lIns="0" spcFirstLastPara="1" rIns="91425" wrap="square" tIns="0">
            <a:noAutofit/>
          </a:bodyPr>
          <a:lstStyle>
            <a:lvl1pPr lvl="0">
              <a:spcBef>
                <a:spcPts val="0"/>
              </a:spcBef>
              <a:spcAft>
                <a:spcPts val="0"/>
              </a:spcAft>
              <a:buClr>
                <a:schemeClr val="dk1"/>
              </a:buClr>
              <a:buSzPts val="2400"/>
              <a:buFont typeface="Figtree"/>
              <a:buNone/>
              <a:defRPr sz="2400"/>
            </a:lvl1pPr>
            <a:lvl2pPr lvl="1">
              <a:spcBef>
                <a:spcPts val="0"/>
              </a:spcBef>
              <a:spcAft>
                <a:spcPts val="0"/>
              </a:spcAft>
              <a:buClr>
                <a:schemeClr val="dk1"/>
              </a:buClr>
              <a:buSzPts val="2400"/>
              <a:buFont typeface="Figtree"/>
              <a:buNone/>
              <a:defRPr sz="2400">
                <a:latin typeface="Figtree"/>
                <a:ea typeface="Figtree"/>
                <a:cs typeface="Figtree"/>
                <a:sym typeface="Figtree"/>
              </a:defRPr>
            </a:lvl2pPr>
            <a:lvl3pPr lvl="2">
              <a:spcBef>
                <a:spcPts val="0"/>
              </a:spcBef>
              <a:spcAft>
                <a:spcPts val="0"/>
              </a:spcAft>
              <a:buClr>
                <a:schemeClr val="dk1"/>
              </a:buClr>
              <a:buSzPts val="2400"/>
              <a:buFont typeface="Figtree"/>
              <a:buNone/>
              <a:defRPr sz="2400">
                <a:latin typeface="Figtree"/>
                <a:ea typeface="Figtree"/>
                <a:cs typeface="Figtree"/>
                <a:sym typeface="Figtree"/>
              </a:defRPr>
            </a:lvl3pPr>
            <a:lvl4pPr lvl="3">
              <a:spcBef>
                <a:spcPts val="0"/>
              </a:spcBef>
              <a:spcAft>
                <a:spcPts val="0"/>
              </a:spcAft>
              <a:buClr>
                <a:schemeClr val="dk1"/>
              </a:buClr>
              <a:buSzPts val="2400"/>
              <a:buFont typeface="Figtree"/>
              <a:buNone/>
              <a:defRPr sz="2400">
                <a:latin typeface="Figtree"/>
                <a:ea typeface="Figtree"/>
                <a:cs typeface="Figtree"/>
                <a:sym typeface="Figtree"/>
              </a:defRPr>
            </a:lvl4pPr>
            <a:lvl5pPr lvl="4">
              <a:spcBef>
                <a:spcPts val="0"/>
              </a:spcBef>
              <a:spcAft>
                <a:spcPts val="0"/>
              </a:spcAft>
              <a:buClr>
                <a:schemeClr val="dk1"/>
              </a:buClr>
              <a:buSzPts val="2400"/>
              <a:buFont typeface="Figtree"/>
              <a:buNone/>
              <a:defRPr sz="2400">
                <a:latin typeface="Figtree"/>
                <a:ea typeface="Figtree"/>
                <a:cs typeface="Figtree"/>
                <a:sym typeface="Figtree"/>
              </a:defRPr>
            </a:lvl5pPr>
            <a:lvl6pPr lvl="5">
              <a:spcBef>
                <a:spcPts val="0"/>
              </a:spcBef>
              <a:spcAft>
                <a:spcPts val="0"/>
              </a:spcAft>
              <a:buClr>
                <a:schemeClr val="dk1"/>
              </a:buClr>
              <a:buSzPts val="2400"/>
              <a:buFont typeface="Figtree"/>
              <a:buNone/>
              <a:defRPr sz="2400">
                <a:latin typeface="Figtree"/>
                <a:ea typeface="Figtree"/>
                <a:cs typeface="Figtree"/>
                <a:sym typeface="Figtree"/>
              </a:defRPr>
            </a:lvl6pPr>
            <a:lvl7pPr lvl="6">
              <a:spcBef>
                <a:spcPts val="0"/>
              </a:spcBef>
              <a:spcAft>
                <a:spcPts val="0"/>
              </a:spcAft>
              <a:buClr>
                <a:schemeClr val="dk1"/>
              </a:buClr>
              <a:buSzPts val="2400"/>
              <a:buFont typeface="Figtree"/>
              <a:buNone/>
              <a:defRPr sz="2400">
                <a:latin typeface="Figtree"/>
                <a:ea typeface="Figtree"/>
                <a:cs typeface="Figtree"/>
                <a:sym typeface="Figtree"/>
              </a:defRPr>
            </a:lvl7pPr>
            <a:lvl8pPr lvl="7">
              <a:spcBef>
                <a:spcPts val="0"/>
              </a:spcBef>
              <a:spcAft>
                <a:spcPts val="0"/>
              </a:spcAft>
              <a:buClr>
                <a:schemeClr val="dk1"/>
              </a:buClr>
              <a:buSzPts val="2400"/>
              <a:buFont typeface="Figtree"/>
              <a:buNone/>
              <a:defRPr sz="2400">
                <a:latin typeface="Figtree"/>
                <a:ea typeface="Figtree"/>
                <a:cs typeface="Figtree"/>
                <a:sym typeface="Figtree"/>
              </a:defRPr>
            </a:lvl8pPr>
            <a:lvl9pPr lvl="8">
              <a:spcBef>
                <a:spcPts val="0"/>
              </a:spcBef>
              <a:spcAft>
                <a:spcPts val="0"/>
              </a:spcAft>
              <a:buClr>
                <a:schemeClr val="dk1"/>
              </a:buClr>
              <a:buSzPts val="2400"/>
              <a:buFont typeface="Figtree"/>
              <a:buNone/>
              <a:defRPr sz="2400">
                <a:latin typeface="Figtree"/>
                <a:ea typeface="Figtree"/>
                <a:cs typeface="Figtree"/>
                <a:sym typeface="Figtree"/>
              </a:defRPr>
            </a:lvl9pPr>
          </a:lstStyle>
          <a:p/>
        </p:txBody>
      </p:sp>
      <p:sp>
        <p:nvSpPr>
          <p:cNvPr id="74" name="Google Shape;74;p15"/>
          <p:cNvSpPr txBox="1"/>
          <p:nvPr>
            <p:ph idx="14" type="title"/>
          </p:nvPr>
        </p:nvSpPr>
        <p:spPr>
          <a:xfrm>
            <a:off x="3154650" y="2604813"/>
            <a:ext cx="592800" cy="368100"/>
          </a:xfrm>
          <a:prstGeom prst="rect">
            <a:avLst/>
          </a:prstGeom>
        </p:spPr>
        <p:txBody>
          <a:bodyPr anchorCtr="0" anchor="t" bIns="91425" lIns="0" spcFirstLastPara="1" rIns="91425" wrap="square" tIns="0">
            <a:noAutofit/>
          </a:bodyPr>
          <a:lstStyle>
            <a:lvl1pPr lvl="0">
              <a:spcBef>
                <a:spcPts val="0"/>
              </a:spcBef>
              <a:spcAft>
                <a:spcPts val="0"/>
              </a:spcAft>
              <a:buClr>
                <a:schemeClr val="dk1"/>
              </a:buClr>
              <a:buSzPts val="2400"/>
              <a:buFont typeface="Figtree"/>
              <a:buNone/>
              <a:defRPr sz="2400"/>
            </a:lvl1pPr>
            <a:lvl2pPr lvl="1">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2pPr>
            <a:lvl3pPr lvl="2">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3pPr>
            <a:lvl4pPr lvl="3">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4pPr>
            <a:lvl5pPr lvl="4">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5pPr>
            <a:lvl6pPr lvl="5">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6pPr>
            <a:lvl7pPr lvl="6">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7pPr>
            <a:lvl8pPr lvl="7">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8pPr>
            <a:lvl9pPr lvl="8">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9pPr>
          </a:lstStyle>
          <a:p/>
        </p:txBody>
      </p:sp>
      <p:sp>
        <p:nvSpPr>
          <p:cNvPr id="75" name="Google Shape;75;p15"/>
          <p:cNvSpPr txBox="1"/>
          <p:nvPr>
            <p:ph idx="15" type="title"/>
          </p:nvPr>
        </p:nvSpPr>
        <p:spPr>
          <a:xfrm>
            <a:off x="3154650" y="2159700"/>
            <a:ext cx="592800" cy="368100"/>
          </a:xfrm>
          <a:prstGeom prst="rect">
            <a:avLst/>
          </a:prstGeom>
        </p:spPr>
        <p:txBody>
          <a:bodyPr anchorCtr="0" anchor="t" bIns="91425" lIns="0" spcFirstLastPara="1" rIns="91425" wrap="square" tIns="0">
            <a:noAutofit/>
          </a:bodyPr>
          <a:lstStyle>
            <a:lvl1pPr lvl="0">
              <a:spcBef>
                <a:spcPts val="0"/>
              </a:spcBef>
              <a:spcAft>
                <a:spcPts val="0"/>
              </a:spcAft>
              <a:buClr>
                <a:schemeClr val="dk1"/>
              </a:buClr>
              <a:buSzPts val="2400"/>
              <a:buFont typeface="Figtree"/>
              <a:buNone/>
              <a:defRPr sz="2400"/>
            </a:lvl1pPr>
            <a:lvl2pPr lvl="1">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2pPr>
            <a:lvl3pPr lvl="2">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3pPr>
            <a:lvl4pPr lvl="3">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4pPr>
            <a:lvl5pPr lvl="4">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5pPr>
            <a:lvl6pPr lvl="5">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6pPr>
            <a:lvl7pPr lvl="6">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7pPr>
            <a:lvl8pPr lvl="7">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8pPr>
            <a:lvl9pPr lvl="8">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9pPr>
          </a:lstStyle>
          <a:p/>
        </p:txBody>
      </p:sp>
      <p:sp>
        <p:nvSpPr>
          <p:cNvPr id="76" name="Google Shape;76;p15"/>
          <p:cNvSpPr txBox="1"/>
          <p:nvPr>
            <p:ph idx="16" type="title"/>
          </p:nvPr>
        </p:nvSpPr>
        <p:spPr>
          <a:xfrm>
            <a:off x="3154650" y="1714588"/>
            <a:ext cx="592800" cy="368100"/>
          </a:xfrm>
          <a:prstGeom prst="rect">
            <a:avLst/>
          </a:prstGeom>
        </p:spPr>
        <p:txBody>
          <a:bodyPr anchorCtr="0" anchor="t" bIns="91425" lIns="0" spcFirstLastPara="1" rIns="91425" wrap="square" tIns="0">
            <a:noAutofit/>
          </a:bodyPr>
          <a:lstStyle>
            <a:lvl1pPr lvl="0">
              <a:spcBef>
                <a:spcPts val="0"/>
              </a:spcBef>
              <a:spcAft>
                <a:spcPts val="0"/>
              </a:spcAft>
              <a:buClr>
                <a:schemeClr val="dk1"/>
              </a:buClr>
              <a:buSzPts val="2400"/>
              <a:buFont typeface="Figtree"/>
              <a:buNone/>
              <a:defRPr sz="2400"/>
            </a:lvl1pPr>
            <a:lvl2pPr lvl="1">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2pPr>
            <a:lvl3pPr lvl="2">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3pPr>
            <a:lvl4pPr lvl="3">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4pPr>
            <a:lvl5pPr lvl="4">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5pPr>
            <a:lvl6pPr lvl="5">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6pPr>
            <a:lvl7pPr lvl="6">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7pPr>
            <a:lvl8pPr lvl="7">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8pPr>
            <a:lvl9pPr lvl="8">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9pPr>
          </a:lstStyle>
          <a:p/>
        </p:txBody>
      </p:sp>
      <p:sp>
        <p:nvSpPr>
          <p:cNvPr id="77" name="Google Shape;77;p15"/>
          <p:cNvSpPr txBox="1"/>
          <p:nvPr>
            <p:ph idx="17" type="title"/>
          </p:nvPr>
        </p:nvSpPr>
        <p:spPr>
          <a:xfrm>
            <a:off x="3154650" y="1269488"/>
            <a:ext cx="592800" cy="368100"/>
          </a:xfrm>
          <a:prstGeom prst="rect">
            <a:avLst/>
          </a:prstGeom>
        </p:spPr>
        <p:txBody>
          <a:bodyPr anchorCtr="0" anchor="t" bIns="91425" lIns="0" spcFirstLastPara="1" rIns="91425" wrap="square" tIns="0">
            <a:noAutofit/>
          </a:bodyPr>
          <a:lstStyle>
            <a:lvl1pPr lvl="0">
              <a:spcBef>
                <a:spcPts val="0"/>
              </a:spcBef>
              <a:spcAft>
                <a:spcPts val="0"/>
              </a:spcAft>
              <a:buClr>
                <a:schemeClr val="dk1"/>
              </a:buClr>
              <a:buSzPts val="2400"/>
              <a:buFont typeface="Figtree"/>
              <a:buNone/>
              <a:defRPr sz="2400"/>
            </a:lvl1pPr>
            <a:lvl2pPr lvl="1">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2pPr>
            <a:lvl3pPr lvl="2">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3pPr>
            <a:lvl4pPr lvl="3">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4pPr>
            <a:lvl5pPr lvl="4">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5pPr>
            <a:lvl6pPr lvl="5">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6pPr>
            <a:lvl7pPr lvl="6">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7pPr>
            <a:lvl8pPr lvl="7">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8pPr>
            <a:lvl9pPr lvl="8">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9pPr>
          </a:lstStyle>
          <a:p/>
        </p:txBody>
      </p:sp>
      <p:sp>
        <p:nvSpPr>
          <p:cNvPr id="78" name="Google Shape;78;p15"/>
          <p:cNvSpPr txBox="1"/>
          <p:nvPr>
            <p:ph idx="18" type="title"/>
          </p:nvPr>
        </p:nvSpPr>
        <p:spPr>
          <a:xfrm>
            <a:off x="228600" y="457200"/>
            <a:ext cx="57624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 team - Alt 1">
  <p:cSld name="CUSTOM_2">
    <p:spTree>
      <p:nvGrpSpPr>
        <p:cNvPr id="79" name="Shape 79"/>
        <p:cNvGrpSpPr/>
        <p:nvPr/>
      </p:nvGrpSpPr>
      <p:grpSpPr>
        <a:xfrm>
          <a:off x="0" y="0"/>
          <a:ext cx="0" cy="0"/>
          <a:chOff x="0" y="0"/>
          <a:chExt cx="0" cy="0"/>
        </a:xfrm>
      </p:grpSpPr>
      <p:sp>
        <p:nvSpPr>
          <p:cNvPr id="80" name="Google Shape;80;p16"/>
          <p:cNvSpPr/>
          <p:nvPr>
            <p:ph idx="2" type="pic"/>
          </p:nvPr>
        </p:nvSpPr>
        <p:spPr>
          <a:xfrm>
            <a:off x="0" y="-9000"/>
            <a:ext cx="3054300" cy="3252900"/>
          </a:xfrm>
          <a:prstGeom prst="rect">
            <a:avLst/>
          </a:prstGeom>
          <a:noFill/>
          <a:ln>
            <a:noFill/>
          </a:ln>
        </p:spPr>
      </p:sp>
      <p:sp>
        <p:nvSpPr>
          <p:cNvPr id="81" name="Google Shape;81;p16"/>
          <p:cNvSpPr/>
          <p:nvPr>
            <p:ph idx="3" type="pic"/>
          </p:nvPr>
        </p:nvSpPr>
        <p:spPr>
          <a:xfrm>
            <a:off x="3044117" y="-9000"/>
            <a:ext cx="3054300" cy="3252900"/>
          </a:xfrm>
          <a:prstGeom prst="rect">
            <a:avLst/>
          </a:prstGeom>
          <a:noFill/>
          <a:ln>
            <a:noFill/>
          </a:ln>
        </p:spPr>
      </p:sp>
      <p:sp>
        <p:nvSpPr>
          <p:cNvPr id="82" name="Google Shape;82;p16"/>
          <p:cNvSpPr/>
          <p:nvPr>
            <p:ph idx="4" type="pic"/>
          </p:nvPr>
        </p:nvSpPr>
        <p:spPr>
          <a:xfrm>
            <a:off x="6088233" y="-9000"/>
            <a:ext cx="3054300" cy="3252900"/>
          </a:xfrm>
          <a:prstGeom prst="rect">
            <a:avLst/>
          </a:prstGeom>
          <a:noFill/>
          <a:ln>
            <a:noFill/>
          </a:ln>
        </p:spPr>
      </p:sp>
      <p:sp>
        <p:nvSpPr>
          <p:cNvPr id="83" name="Google Shape;83;p16"/>
          <p:cNvSpPr txBox="1"/>
          <p:nvPr>
            <p:ph type="title"/>
          </p:nvPr>
        </p:nvSpPr>
        <p:spPr>
          <a:xfrm>
            <a:off x="228675" y="3337800"/>
            <a:ext cx="2671800" cy="2133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Figtree"/>
              <a:buNone/>
              <a:defRPr sz="12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84" name="Google Shape;84;p16"/>
          <p:cNvSpPr txBox="1"/>
          <p:nvPr>
            <p:ph idx="5" type="title"/>
          </p:nvPr>
        </p:nvSpPr>
        <p:spPr>
          <a:xfrm>
            <a:off x="228675" y="3551100"/>
            <a:ext cx="2671800" cy="2133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Figtree"/>
              <a:buNone/>
              <a:defRPr sz="12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85" name="Google Shape;85;p16"/>
          <p:cNvSpPr txBox="1"/>
          <p:nvPr>
            <p:ph idx="1" type="body"/>
          </p:nvPr>
        </p:nvSpPr>
        <p:spPr>
          <a:xfrm>
            <a:off x="228675" y="4256750"/>
            <a:ext cx="2660100" cy="4269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86" name="Google Shape;86;p16"/>
          <p:cNvSpPr txBox="1"/>
          <p:nvPr>
            <p:ph idx="6" type="title"/>
          </p:nvPr>
        </p:nvSpPr>
        <p:spPr>
          <a:xfrm>
            <a:off x="3235367" y="3337800"/>
            <a:ext cx="2671800" cy="2133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Figtree"/>
              <a:buNone/>
              <a:defRPr sz="1200"/>
            </a:lvl1pPr>
            <a:lvl2pPr lvl="1">
              <a:spcBef>
                <a:spcPts val="0"/>
              </a:spcBef>
              <a:spcAft>
                <a:spcPts val="0"/>
              </a:spcAft>
              <a:buClr>
                <a:schemeClr val="dk1"/>
              </a:buClr>
              <a:buSzPts val="1200"/>
              <a:buFont typeface="Figtree"/>
              <a:buNone/>
              <a:defRPr sz="1200">
                <a:latin typeface="Figtree"/>
                <a:ea typeface="Figtree"/>
                <a:cs typeface="Figtree"/>
                <a:sym typeface="Figtree"/>
              </a:defRPr>
            </a:lvl2pPr>
            <a:lvl3pPr lvl="2">
              <a:spcBef>
                <a:spcPts val="0"/>
              </a:spcBef>
              <a:spcAft>
                <a:spcPts val="0"/>
              </a:spcAft>
              <a:buClr>
                <a:schemeClr val="dk1"/>
              </a:buClr>
              <a:buSzPts val="1200"/>
              <a:buFont typeface="Figtree"/>
              <a:buNone/>
              <a:defRPr sz="1200">
                <a:latin typeface="Figtree"/>
                <a:ea typeface="Figtree"/>
                <a:cs typeface="Figtree"/>
                <a:sym typeface="Figtree"/>
              </a:defRPr>
            </a:lvl3pPr>
            <a:lvl4pPr lvl="3">
              <a:spcBef>
                <a:spcPts val="0"/>
              </a:spcBef>
              <a:spcAft>
                <a:spcPts val="0"/>
              </a:spcAft>
              <a:buClr>
                <a:schemeClr val="dk1"/>
              </a:buClr>
              <a:buSzPts val="1200"/>
              <a:buFont typeface="Figtree"/>
              <a:buNone/>
              <a:defRPr sz="1200">
                <a:latin typeface="Figtree"/>
                <a:ea typeface="Figtree"/>
                <a:cs typeface="Figtree"/>
                <a:sym typeface="Figtree"/>
              </a:defRPr>
            </a:lvl4pPr>
            <a:lvl5pPr lvl="4">
              <a:spcBef>
                <a:spcPts val="0"/>
              </a:spcBef>
              <a:spcAft>
                <a:spcPts val="0"/>
              </a:spcAft>
              <a:buClr>
                <a:schemeClr val="dk1"/>
              </a:buClr>
              <a:buSzPts val="1200"/>
              <a:buFont typeface="Figtree"/>
              <a:buNone/>
              <a:defRPr sz="1200">
                <a:latin typeface="Figtree"/>
                <a:ea typeface="Figtree"/>
                <a:cs typeface="Figtree"/>
                <a:sym typeface="Figtree"/>
              </a:defRPr>
            </a:lvl5pPr>
            <a:lvl6pPr lvl="5">
              <a:spcBef>
                <a:spcPts val="0"/>
              </a:spcBef>
              <a:spcAft>
                <a:spcPts val="0"/>
              </a:spcAft>
              <a:buClr>
                <a:schemeClr val="dk1"/>
              </a:buClr>
              <a:buSzPts val="1200"/>
              <a:buFont typeface="Figtree"/>
              <a:buNone/>
              <a:defRPr sz="1200">
                <a:latin typeface="Figtree"/>
                <a:ea typeface="Figtree"/>
                <a:cs typeface="Figtree"/>
                <a:sym typeface="Figtree"/>
              </a:defRPr>
            </a:lvl6pPr>
            <a:lvl7pPr lvl="6">
              <a:spcBef>
                <a:spcPts val="0"/>
              </a:spcBef>
              <a:spcAft>
                <a:spcPts val="0"/>
              </a:spcAft>
              <a:buClr>
                <a:schemeClr val="dk1"/>
              </a:buClr>
              <a:buSzPts val="1200"/>
              <a:buFont typeface="Figtree"/>
              <a:buNone/>
              <a:defRPr sz="1200">
                <a:latin typeface="Figtree"/>
                <a:ea typeface="Figtree"/>
                <a:cs typeface="Figtree"/>
                <a:sym typeface="Figtree"/>
              </a:defRPr>
            </a:lvl7pPr>
            <a:lvl8pPr lvl="7">
              <a:spcBef>
                <a:spcPts val="0"/>
              </a:spcBef>
              <a:spcAft>
                <a:spcPts val="0"/>
              </a:spcAft>
              <a:buClr>
                <a:schemeClr val="dk1"/>
              </a:buClr>
              <a:buSzPts val="1200"/>
              <a:buFont typeface="Figtree"/>
              <a:buNone/>
              <a:defRPr sz="1200">
                <a:latin typeface="Figtree"/>
                <a:ea typeface="Figtree"/>
                <a:cs typeface="Figtree"/>
                <a:sym typeface="Figtree"/>
              </a:defRPr>
            </a:lvl8pPr>
            <a:lvl9pPr lvl="8">
              <a:spcBef>
                <a:spcPts val="0"/>
              </a:spcBef>
              <a:spcAft>
                <a:spcPts val="0"/>
              </a:spcAft>
              <a:buClr>
                <a:schemeClr val="dk1"/>
              </a:buClr>
              <a:buSzPts val="1200"/>
              <a:buFont typeface="Figtree"/>
              <a:buNone/>
              <a:defRPr sz="1200">
                <a:latin typeface="Figtree"/>
                <a:ea typeface="Figtree"/>
                <a:cs typeface="Figtree"/>
                <a:sym typeface="Figtree"/>
              </a:defRPr>
            </a:lvl9pPr>
          </a:lstStyle>
          <a:p/>
        </p:txBody>
      </p:sp>
      <p:sp>
        <p:nvSpPr>
          <p:cNvPr id="87" name="Google Shape;87;p16"/>
          <p:cNvSpPr txBox="1"/>
          <p:nvPr>
            <p:ph idx="7" type="title"/>
          </p:nvPr>
        </p:nvSpPr>
        <p:spPr>
          <a:xfrm>
            <a:off x="3235367" y="3551100"/>
            <a:ext cx="2671800" cy="2133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Figtree"/>
              <a:buNone/>
              <a:defRPr sz="12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88" name="Google Shape;88;p16"/>
          <p:cNvSpPr txBox="1"/>
          <p:nvPr>
            <p:ph idx="8" type="body"/>
          </p:nvPr>
        </p:nvSpPr>
        <p:spPr>
          <a:xfrm>
            <a:off x="3241214" y="4256750"/>
            <a:ext cx="2660100" cy="4269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89" name="Google Shape;89;p16"/>
          <p:cNvSpPr txBox="1"/>
          <p:nvPr>
            <p:ph idx="9" type="title"/>
          </p:nvPr>
        </p:nvSpPr>
        <p:spPr>
          <a:xfrm>
            <a:off x="6279483" y="3337800"/>
            <a:ext cx="2671800" cy="2133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Figtree"/>
              <a:buNone/>
              <a:defRPr sz="12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90" name="Google Shape;90;p16"/>
          <p:cNvSpPr txBox="1"/>
          <p:nvPr>
            <p:ph idx="13" type="title"/>
          </p:nvPr>
        </p:nvSpPr>
        <p:spPr>
          <a:xfrm>
            <a:off x="6279483" y="3551100"/>
            <a:ext cx="2671800" cy="2133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Figtree"/>
              <a:buNone/>
              <a:defRPr sz="12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91" name="Google Shape;91;p16"/>
          <p:cNvSpPr txBox="1"/>
          <p:nvPr>
            <p:ph idx="14" type="body"/>
          </p:nvPr>
        </p:nvSpPr>
        <p:spPr>
          <a:xfrm>
            <a:off x="6285328" y="4256750"/>
            <a:ext cx="2660100" cy="4269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 team - Alt 2">
  <p:cSld name="CUSTOM_11">
    <p:spTree>
      <p:nvGrpSpPr>
        <p:cNvPr id="92" name="Shape 92"/>
        <p:cNvGrpSpPr/>
        <p:nvPr/>
      </p:nvGrpSpPr>
      <p:grpSpPr>
        <a:xfrm>
          <a:off x="0" y="0"/>
          <a:ext cx="0" cy="0"/>
          <a:chOff x="0" y="0"/>
          <a:chExt cx="0" cy="0"/>
        </a:xfrm>
      </p:grpSpPr>
      <p:sp>
        <p:nvSpPr>
          <p:cNvPr id="93" name="Google Shape;93;p17"/>
          <p:cNvSpPr/>
          <p:nvPr/>
        </p:nvSpPr>
        <p:spPr>
          <a:xfrm rot="-2700000">
            <a:off x="1338758" y="-3230594"/>
            <a:ext cx="6464087" cy="6464087"/>
          </a:xfrm>
          <a:prstGeom prst="rtTriangle">
            <a:avLst/>
          </a:prstGeom>
          <a:gradFill>
            <a:gsLst>
              <a:gs pos="0">
                <a:schemeClr val="accent5"/>
              </a:gs>
              <a:gs pos="72000">
                <a:schemeClr val="l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Jost"/>
              <a:ea typeface="Jost"/>
              <a:cs typeface="Jost"/>
              <a:sym typeface="Jost"/>
            </a:endParaRPr>
          </a:p>
        </p:txBody>
      </p:sp>
      <p:sp>
        <p:nvSpPr>
          <p:cNvPr id="94" name="Google Shape;94;p17"/>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95" name="Google Shape;95;p17"/>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96" name="Google Shape;96;p17"/>
          <p:cNvSpPr txBox="1"/>
          <p:nvPr>
            <p:ph idx="3" type="title"/>
          </p:nvPr>
        </p:nvSpPr>
        <p:spPr>
          <a:xfrm>
            <a:off x="228600" y="457200"/>
            <a:ext cx="62823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97" name="Google Shape;97;p17"/>
          <p:cNvSpPr txBox="1"/>
          <p:nvPr>
            <p:ph idx="4" type="title"/>
          </p:nvPr>
        </p:nvSpPr>
        <p:spPr>
          <a:xfrm>
            <a:off x="339875" y="3589925"/>
            <a:ext cx="1225200" cy="172200"/>
          </a:xfrm>
          <a:prstGeom prst="rect">
            <a:avLst/>
          </a:prstGeom>
        </p:spPr>
        <p:txBody>
          <a:bodyPr anchorCtr="0" anchor="t" bIns="91425" lIns="0" spcFirstLastPara="1" rIns="91425" wrap="square" tIns="0">
            <a:noAutofit/>
          </a:bodyPr>
          <a:lstStyle>
            <a:lvl1pPr lvl="0">
              <a:spcBef>
                <a:spcPts val="0"/>
              </a:spcBef>
              <a:spcAft>
                <a:spcPts val="0"/>
              </a:spcAft>
              <a:buNone/>
              <a:defRPr sz="10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98" name="Google Shape;98;p17"/>
          <p:cNvSpPr txBox="1"/>
          <p:nvPr>
            <p:ph idx="5" type="title"/>
          </p:nvPr>
        </p:nvSpPr>
        <p:spPr>
          <a:xfrm>
            <a:off x="339875" y="4026125"/>
            <a:ext cx="1225200" cy="207600"/>
          </a:xfrm>
          <a:prstGeom prst="rect">
            <a:avLst/>
          </a:prstGeom>
        </p:spPr>
        <p:txBody>
          <a:bodyPr anchorCtr="0" anchor="t" bIns="91425" lIns="0" spcFirstLastPara="1" rIns="91425" wrap="square" tIns="0">
            <a:noAutofit/>
          </a:bodyPr>
          <a:lstStyle>
            <a:lvl1pPr lvl="0">
              <a:spcBef>
                <a:spcPts val="0"/>
              </a:spcBef>
              <a:spcAft>
                <a:spcPts val="0"/>
              </a:spcAft>
              <a:buNone/>
              <a:defRPr sz="900">
                <a:latin typeface="Jost"/>
                <a:ea typeface="Jost"/>
                <a:cs typeface="Jost"/>
                <a:sym typeface="Jost"/>
              </a:defRPr>
            </a:lvl1pPr>
            <a:lvl2pPr lvl="1">
              <a:spcBef>
                <a:spcPts val="0"/>
              </a:spcBef>
              <a:spcAft>
                <a:spcPts val="0"/>
              </a:spcAft>
              <a:buClr>
                <a:schemeClr val="dk1"/>
              </a:buClr>
              <a:buSzPts val="1200"/>
              <a:buFont typeface="Jost"/>
              <a:buNone/>
              <a:defRPr sz="1200">
                <a:solidFill>
                  <a:schemeClr val="dk1"/>
                </a:solidFill>
                <a:latin typeface="Jost"/>
                <a:ea typeface="Jost"/>
                <a:cs typeface="Jost"/>
                <a:sym typeface="Jost"/>
              </a:defRPr>
            </a:lvl2pPr>
            <a:lvl3pPr lvl="2">
              <a:spcBef>
                <a:spcPts val="0"/>
              </a:spcBef>
              <a:spcAft>
                <a:spcPts val="0"/>
              </a:spcAft>
              <a:buClr>
                <a:schemeClr val="dk1"/>
              </a:buClr>
              <a:buSzPts val="1200"/>
              <a:buFont typeface="Jost"/>
              <a:buNone/>
              <a:defRPr sz="1200">
                <a:solidFill>
                  <a:schemeClr val="dk1"/>
                </a:solidFill>
                <a:latin typeface="Jost"/>
                <a:ea typeface="Jost"/>
                <a:cs typeface="Jost"/>
                <a:sym typeface="Jost"/>
              </a:defRPr>
            </a:lvl3pPr>
            <a:lvl4pPr lvl="3">
              <a:spcBef>
                <a:spcPts val="0"/>
              </a:spcBef>
              <a:spcAft>
                <a:spcPts val="0"/>
              </a:spcAft>
              <a:buClr>
                <a:schemeClr val="dk1"/>
              </a:buClr>
              <a:buSzPts val="1200"/>
              <a:buFont typeface="Jost"/>
              <a:buNone/>
              <a:defRPr sz="1200">
                <a:solidFill>
                  <a:schemeClr val="dk1"/>
                </a:solidFill>
                <a:latin typeface="Jost"/>
                <a:ea typeface="Jost"/>
                <a:cs typeface="Jost"/>
                <a:sym typeface="Jost"/>
              </a:defRPr>
            </a:lvl4pPr>
            <a:lvl5pPr lvl="4">
              <a:spcBef>
                <a:spcPts val="0"/>
              </a:spcBef>
              <a:spcAft>
                <a:spcPts val="0"/>
              </a:spcAft>
              <a:buClr>
                <a:schemeClr val="dk1"/>
              </a:buClr>
              <a:buSzPts val="1200"/>
              <a:buFont typeface="Jost"/>
              <a:buNone/>
              <a:defRPr sz="1200">
                <a:solidFill>
                  <a:schemeClr val="dk1"/>
                </a:solidFill>
                <a:latin typeface="Jost"/>
                <a:ea typeface="Jost"/>
                <a:cs typeface="Jost"/>
                <a:sym typeface="Jost"/>
              </a:defRPr>
            </a:lvl5pPr>
            <a:lvl6pPr lvl="5">
              <a:spcBef>
                <a:spcPts val="0"/>
              </a:spcBef>
              <a:spcAft>
                <a:spcPts val="0"/>
              </a:spcAft>
              <a:buClr>
                <a:schemeClr val="dk1"/>
              </a:buClr>
              <a:buSzPts val="1200"/>
              <a:buFont typeface="Jost"/>
              <a:buNone/>
              <a:defRPr sz="1200">
                <a:solidFill>
                  <a:schemeClr val="dk1"/>
                </a:solidFill>
                <a:latin typeface="Jost"/>
                <a:ea typeface="Jost"/>
                <a:cs typeface="Jost"/>
                <a:sym typeface="Jost"/>
              </a:defRPr>
            </a:lvl6pPr>
            <a:lvl7pPr lvl="6">
              <a:spcBef>
                <a:spcPts val="0"/>
              </a:spcBef>
              <a:spcAft>
                <a:spcPts val="0"/>
              </a:spcAft>
              <a:buClr>
                <a:schemeClr val="dk1"/>
              </a:buClr>
              <a:buSzPts val="1200"/>
              <a:buFont typeface="Jost"/>
              <a:buNone/>
              <a:defRPr sz="1200">
                <a:solidFill>
                  <a:schemeClr val="dk1"/>
                </a:solidFill>
                <a:latin typeface="Jost"/>
                <a:ea typeface="Jost"/>
                <a:cs typeface="Jost"/>
                <a:sym typeface="Jost"/>
              </a:defRPr>
            </a:lvl7pPr>
            <a:lvl8pPr lvl="7">
              <a:spcBef>
                <a:spcPts val="0"/>
              </a:spcBef>
              <a:spcAft>
                <a:spcPts val="0"/>
              </a:spcAft>
              <a:buClr>
                <a:schemeClr val="dk1"/>
              </a:buClr>
              <a:buSzPts val="1200"/>
              <a:buFont typeface="Jost"/>
              <a:buNone/>
              <a:defRPr sz="1200">
                <a:solidFill>
                  <a:schemeClr val="dk1"/>
                </a:solidFill>
                <a:latin typeface="Jost"/>
                <a:ea typeface="Jost"/>
                <a:cs typeface="Jost"/>
                <a:sym typeface="Jost"/>
              </a:defRPr>
            </a:lvl8pPr>
            <a:lvl9pPr lvl="8">
              <a:spcBef>
                <a:spcPts val="0"/>
              </a:spcBef>
              <a:spcAft>
                <a:spcPts val="0"/>
              </a:spcAft>
              <a:buClr>
                <a:schemeClr val="dk1"/>
              </a:buClr>
              <a:buSzPts val="1200"/>
              <a:buFont typeface="Jost"/>
              <a:buNone/>
              <a:defRPr sz="1200">
                <a:solidFill>
                  <a:schemeClr val="dk1"/>
                </a:solidFill>
                <a:latin typeface="Jost"/>
                <a:ea typeface="Jost"/>
                <a:cs typeface="Jost"/>
                <a:sym typeface="Jost"/>
              </a:defRPr>
            </a:lvl9pPr>
          </a:lstStyle>
          <a:p/>
        </p:txBody>
      </p:sp>
      <p:sp>
        <p:nvSpPr>
          <p:cNvPr id="99" name="Google Shape;99;p17"/>
          <p:cNvSpPr txBox="1"/>
          <p:nvPr>
            <p:ph idx="6" type="title"/>
          </p:nvPr>
        </p:nvSpPr>
        <p:spPr>
          <a:xfrm>
            <a:off x="1807977" y="3589925"/>
            <a:ext cx="1225200" cy="172200"/>
          </a:xfrm>
          <a:prstGeom prst="rect">
            <a:avLst/>
          </a:prstGeom>
        </p:spPr>
        <p:txBody>
          <a:bodyPr anchorCtr="0" anchor="t" bIns="91425" lIns="0" spcFirstLastPara="1" rIns="91425" wrap="square" tIns="0">
            <a:noAutofit/>
          </a:bodyPr>
          <a:lstStyle>
            <a:lvl1pPr lvl="0">
              <a:spcBef>
                <a:spcPts val="0"/>
              </a:spcBef>
              <a:spcAft>
                <a:spcPts val="0"/>
              </a:spcAft>
              <a:buNone/>
              <a:defRPr sz="10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100" name="Google Shape;100;p17"/>
          <p:cNvSpPr txBox="1"/>
          <p:nvPr>
            <p:ph idx="7" type="title"/>
          </p:nvPr>
        </p:nvSpPr>
        <p:spPr>
          <a:xfrm>
            <a:off x="1807977" y="4026125"/>
            <a:ext cx="1225200" cy="207600"/>
          </a:xfrm>
          <a:prstGeom prst="rect">
            <a:avLst/>
          </a:prstGeom>
        </p:spPr>
        <p:txBody>
          <a:bodyPr anchorCtr="0" anchor="t" bIns="91425" lIns="0" spcFirstLastPara="1" rIns="91425" wrap="square" tIns="0">
            <a:noAutofit/>
          </a:bodyPr>
          <a:lstStyle>
            <a:lvl1pPr lvl="0">
              <a:spcBef>
                <a:spcPts val="0"/>
              </a:spcBef>
              <a:spcAft>
                <a:spcPts val="0"/>
              </a:spcAft>
              <a:buNone/>
              <a:defRPr sz="900">
                <a:latin typeface="Jost"/>
                <a:ea typeface="Jost"/>
                <a:cs typeface="Jost"/>
                <a:sym typeface="Jost"/>
              </a:defRPr>
            </a:lvl1pPr>
            <a:lvl2pPr lvl="1">
              <a:spcBef>
                <a:spcPts val="0"/>
              </a:spcBef>
              <a:spcAft>
                <a:spcPts val="0"/>
              </a:spcAft>
              <a:buSzPts val="1200"/>
              <a:buFont typeface="Jost"/>
              <a:buNone/>
              <a:defRPr sz="1200">
                <a:latin typeface="Jost"/>
                <a:ea typeface="Jost"/>
                <a:cs typeface="Jost"/>
                <a:sym typeface="Jost"/>
              </a:defRPr>
            </a:lvl2pPr>
            <a:lvl3pPr lvl="2">
              <a:spcBef>
                <a:spcPts val="0"/>
              </a:spcBef>
              <a:spcAft>
                <a:spcPts val="0"/>
              </a:spcAft>
              <a:buSzPts val="1200"/>
              <a:buFont typeface="Jost"/>
              <a:buNone/>
              <a:defRPr sz="1200">
                <a:latin typeface="Jost"/>
                <a:ea typeface="Jost"/>
                <a:cs typeface="Jost"/>
                <a:sym typeface="Jost"/>
              </a:defRPr>
            </a:lvl3pPr>
            <a:lvl4pPr lvl="3">
              <a:spcBef>
                <a:spcPts val="0"/>
              </a:spcBef>
              <a:spcAft>
                <a:spcPts val="0"/>
              </a:spcAft>
              <a:buSzPts val="1200"/>
              <a:buFont typeface="Jost"/>
              <a:buNone/>
              <a:defRPr sz="1200">
                <a:latin typeface="Jost"/>
                <a:ea typeface="Jost"/>
                <a:cs typeface="Jost"/>
                <a:sym typeface="Jost"/>
              </a:defRPr>
            </a:lvl4pPr>
            <a:lvl5pPr lvl="4">
              <a:spcBef>
                <a:spcPts val="0"/>
              </a:spcBef>
              <a:spcAft>
                <a:spcPts val="0"/>
              </a:spcAft>
              <a:buSzPts val="1200"/>
              <a:buFont typeface="Jost"/>
              <a:buNone/>
              <a:defRPr sz="1200">
                <a:latin typeface="Jost"/>
                <a:ea typeface="Jost"/>
                <a:cs typeface="Jost"/>
                <a:sym typeface="Jost"/>
              </a:defRPr>
            </a:lvl5pPr>
            <a:lvl6pPr lvl="5">
              <a:spcBef>
                <a:spcPts val="0"/>
              </a:spcBef>
              <a:spcAft>
                <a:spcPts val="0"/>
              </a:spcAft>
              <a:buSzPts val="1200"/>
              <a:buFont typeface="Jost"/>
              <a:buNone/>
              <a:defRPr sz="1200">
                <a:latin typeface="Jost"/>
                <a:ea typeface="Jost"/>
                <a:cs typeface="Jost"/>
                <a:sym typeface="Jost"/>
              </a:defRPr>
            </a:lvl6pPr>
            <a:lvl7pPr lvl="6">
              <a:spcBef>
                <a:spcPts val="0"/>
              </a:spcBef>
              <a:spcAft>
                <a:spcPts val="0"/>
              </a:spcAft>
              <a:buSzPts val="1200"/>
              <a:buFont typeface="Jost"/>
              <a:buNone/>
              <a:defRPr sz="1200">
                <a:latin typeface="Jost"/>
                <a:ea typeface="Jost"/>
                <a:cs typeface="Jost"/>
                <a:sym typeface="Jost"/>
              </a:defRPr>
            </a:lvl7pPr>
            <a:lvl8pPr lvl="7">
              <a:spcBef>
                <a:spcPts val="0"/>
              </a:spcBef>
              <a:spcAft>
                <a:spcPts val="0"/>
              </a:spcAft>
              <a:buSzPts val="1200"/>
              <a:buFont typeface="Jost"/>
              <a:buNone/>
              <a:defRPr sz="1200">
                <a:latin typeface="Jost"/>
                <a:ea typeface="Jost"/>
                <a:cs typeface="Jost"/>
                <a:sym typeface="Jost"/>
              </a:defRPr>
            </a:lvl8pPr>
            <a:lvl9pPr lvl="8">
              <a:spcBef>
                <a:spcPts val="0"/>
              </a:spcBef>
              <a:spcAft>
                <a:spcPts val="0"/>
              </a:spcAft>
              <a:buSzPts val="1200"/>
              <a:buFont typeface="Jost"/>
              <a:buNone/>
              <a:defRPr sz="1200">
                <a:latin typeface="Jost"/>
                <a:ea typeface="Jost"/>
                <a:cs typeface="Jost"/>
                <a:sym typeface="Jost"/>
              </a:defRPr>
            </a:lvl9pPr>
          </a:lstStyle>
          <a:p/>
        </p:txBody>
      </p:sp>
      <p:sp>
        <p:nvSpPr>
          <p:cNvPr id="101" name="Google Shape;101;p17"/>
          <p:cNvSpPr txBox="1"/>
          <p:nvPr>
            <p:ph idx="8" type="title"/>
          </p:nvPr>
        </p:nvSpPr>
        <p:spPr>
          <a:xfrm>
            <a:off x="3275545" y="3589925"/>
            <a:ext cx="1225200" cy="172200"/>
          </a:xfrm>
          <a:prstGeom prst="rect">
            <a:avLst/>
          </a:prstGeom>
        </p:spPr>
        <p:txBody>
          <a:bodyPr anchorCtr="0" anchor="t" bIns="91425" lIns="0" spcFirstLastPara="1" rIns="91425" wrap="square" tIns="0">
            <a:noAutofit/>
          </a:bodyPr>
          <a:lstStyle>
            <a:lvl1pPr lvl="0">
              <a:spcBef>
                <a:spcPts val="0"/>
              </a:spcBef>
              <a:spcAft>
                <a:spcPts val="0"/>
              </a:spcAft>
              <a:buNone/>
              <a:defRPr sz="10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102" name="Google Shape;102;p17"/>
          <p:cNvSpPr txBox="1"/>
          <p:nvPr>
            <p:ph idx="9" type="title"/>
          </p:nvPr>
        </p:nvSpPr>
        <p:spPr>
          <a:xfrm>
            <a:off x="3275545" y="4026125"/>
            <a:ext cx="1225200" cy="207600"/>
          </a:xfrm>
          <a:prstGeom prst="rect">
            <a:avLst/>
          </a:prstGeom>
        </p:spPr>
        <p:txBody>
          <a:bodyPr anchorCtr="0" anchor="t" bIns="91425" lIns="0" spcFirstLastPara="1" rIns="91425" wrap="square" tIns="0">
            <a:noAutofit/>
          </a:bodyPr>
          <a:lstStyle>
            <a:lvl1pPr lvl="0">
              <a:spcBef>
                <a:spcPts val="0"/>
              </a:spcBef>
              <a:spcAft>
                <a:spcPts val="0"/>
              </a:spcAft>
              <a:buNone/>
              <a:defRPr sz="900">
                <a:latin typeface="Jost"/>
                <a:ea typeface="Jost"/>
                <a:cs typeface="Jost"/>
                <a:sym typeface="Jost"/>
              </a:defRPr>
            </a:lvl1pPr>
            <a:lvl2pPr lvl="1">
              <a:spcBef>
                <a:spcPts val="0"/>
              </a:spcBef>
              <a:spcAft>
                <a:spcPts val="0"/>
              </a:spcAft>
              <a:buClr>
                <a:schemeClr val="dk1"/>
              </a:buClr>
              <a:buSzPts val="1200"/>
              <a:buFont typeface="Jost"/>
              <a:buNone/>
              <a:defRPr sz="1200">
                <a:solidFill>
                  <a:schemeClr val="dk1"/>
                </a:solidFill>
                <a:latin typeface="Jost"/>
                <a:ea typeface="Jost"/>
                <a:cs typeface="Jost"/>
                <a:sym typeface="Jost"/>
              </a:defRPr>
            </a:lvl2pPr>
            <a:lvl3pPr lvl="2">
              <a:spcBef>
                <a:spcPts val="0"/>
              </a:spcBef>
              <a:spcAft>
                <a:spcPts val="0"/>
              </a:spcAft>
              <a:buClr>
                <a:schemeClr val="dk1"/>
              </a:buClr>
              <a:buSzPts val="1200"/>
              <a:buFont typeface="Jost"/>
              <a:buNone/>
              <a:defRPr sz="1200">
                <a:solidFill>
                  <a:schemeClr val="dk1"/>
                </a:solidFill>
                <a:latin typeface="Jost"/>
                <a:ea typeface="Jost"/>
                <a:cs typeface="Jost"/>
                <a:sym typeface="Jost"/>
              </a:defRPr>
            </a:lvl3pPr>
            <a:lvl4pPr lvl="3">
              <a:spcBef>
                <a:spcPts val="0"/>
              </a:spcBef>
              <a:spcAft>
                <a:spcPts val="0"/>
              </a:spcAft>
              <a:buClr>
                <a:schemeClr val="dk1"/>
              </a:buClr>
              <a:buSzPts val="1200"/>
              <a:buFont typeface="Jost"/>
              <a:buNone/>
              <a:defRPr sz="1200">
                <a:solidFill>
                  <a:schemeClr val="dk1"/>
                </a:solidFill>
                <a:latin typeface="Jost"/>
                <a:ea typeface="Jost"/>
                <a:cs typeface="Jost"/>
                <a:sym typeface="Jost"/>
              </a:defRPr>
            </a:lvl4pPr>
            <a:lvl5pPr lvl="4">
              <a:spcBef>
                <a:spcPts val="0"/>
              </a:spcBef>
              <a:spcAft>
                <a:spcPts val="0"/>
              </a:spcAft>
              <a:buClr>
                <a:schemeClr val="dk1"/>
              </a:buClr>
              <a:buSzPts val="1200"/>
              <a:buFont typeface="Jost"/>
              <a:buNone/>
              <a:defRPr sz="1200">
                <a:solidFill>
                  <a:schemeClr val="dk1"/>
                </a:solidFill>
                <a:latin typeface="Jost"/>
                <a:ea typeface="Jost"/>
                <a:cs typeface="Jost"/>
                <a:sym typeface="Jost"/>
              </a:defRPr>
            </a:lvl5pPr>
            <a:lvl6pPr lvl="5">
              <a:spcBef>
                <a:spcPts val="0"/>
              </a:spcBef>
              <a:spcAft>
                <a:spcPts val="0"/>
              </a:spcAft>
              <a:buClr>
                <a:schemeClr val="dk1"/>
              </a:buClr>
              <a:buSzPts val="1200"/>
              <a:buFont typeface="Jost"/>
              <a:buNone/>
              <a:defRPr sz="1200">
                <a:solidFill>
                  <a:schemeClr val="dk1"/>
                </a:solidFill>
                <a:latin typeface="Jost"/>
                <a:ea typeface="Jost"/>
                <a:cs typeface="Jost"/>
                <a:sym typeface="Jost"/>
              </a:defRPr>
            </a:lvl6pPr>
            <a:lvl7pPr lvl="6">
              <a:spcBef>
                <a:spcPts val="0"/>
              </a:spcBef>
              <a:spcAft>
                <a:spcPts val="0"/>
              </a:spcAft>
              <a:buClr>
                <a:schemeClr val="dk1"/>
              </a:buClr>
              <a:buSzPts val="1200"/>
              <a:buFont typeface="Jost"/>
              <a:buNone/>
              <a:defRPr sz="1200">
                <a:solidFill>
                  <a:schemeClr val="dk1"/>
                </a:solidFill>
                <a:latin typeface="Jost"/>
                <a:ea typeface="Jost"/>
                <a:cs typeface="Jost"/>
                <a:sym typeface="Jost"/>
              </a:defRPr>
            </a:lvl7pPr>
            <a:lvl8pPr lvl="7">
              <a:spcBef>
                <a:spcPts val="0"/>
              </a:spcBef>
              <a:spcAft>
                <a:spcPts val="0"/>
              </a:spcAft>
              <a:buClr>
                <a:schemeClr val="dk1"/>
              </a:buClr>
              <a:buSzPts val="1200"/>
              <a:buFont typeface="Jost"/>
              <a:buNone/>
              <a:defRPr sz="1200">
                <a:solidFill>
                  <a:schemeClr val="dk1"/>
                </a:solidFill>
                <a:latin typeface="Jost"/>
                <a:ea typeface="Jost"/>
                <a:cs typeface="Jost"/>
                <a:sym typeface="Jost"/>
              </a:defRPr>
            </a:lvl8pPr>
            <a:lvl9pPr lvl="8">
              <a:spcBef>
                <a:spcPts val="0"/>
              </a:spcBef>
              <a:spcAft>
                <a:spcPts val="0"/>
              </a:spcAft>
              <a:buClr>
                <a:schemeClr val="dk1"/>
              </a:buClr>
              <a:buSzPts val="1200"/>
              <a:buFont typeface="Jost"/>
              <a:buNone/>
              <a:defRPr sz="1200">
                <a:solidFill>
                  <a:schemeClr val="dk1"/>
                </a:solidFill>
                <a:latin typeface="Jost"/>
                <a:ea typeface="Jost"/>
                <a:cs typeface="Jost"/>
                <a:sym typeface="Jost"/>
              </a:defRPr>
            </a:lvl9pPr>
          </a:lstStyle>
          <a:p/>
        </p:txBody>
      </p:sp>
      <p:sp>
        <p:nvSpPr>
          <p:cNvPr id="103" name="Google Shape;103;p17"/>
          <p:cNvSpPr txBox="1"/>
          <p:nvPr>
            <p:ph idx="13" type="title"/>
          </p:nvPr>
        </p:nvSpPr>
        <p:spPr>
          <a:xfrm>
            <a:off x="4743373" y="3589925"/>
            <a:ext cx="1225200" cy="172200"/>
          </a:xfrm>
          <a:prstGeom prst="rect">
            <a:avLst/>
          </a:prstGeom>
        </p:spPr>
        <p:txBody>
          <a:bodyPr anchorCtr="0" anchor="t" bIns="91425" lIns="0" spcFirstLastPara="1" rIns="91425" wrap="square" tIns="0">
            <a:noAutofit/>
          </a:bodyPr>
          <a:lstStyle>
            <a:lvl1pPr lvl="0">
              <a:spcBef>
                <a:spcPts val="0"/>
              </a:spcBef>
              <a:spcAft>
                <a:spcPts val="0"/>
              </a:spcAft>
              <a:buNone/>
              <a:defRPr sz="10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104" name="Google Shape;104;p17"/>
          <p:cNvSpPr txBox="1"/>
          <p:nvPr>
            <p:ph idx="14" type="title"/>
          </p:nvPr>
        </p:nvSpPr>
        <p:spPr>
          <a:xfrm>
            <a:off x="4743373" y="4026125"/>
            <a:ext cx="1225200" cy="207600"/>
          </a:xfrm>
          <a:prstGeom prst="rect">
            <a:avLst/>
          </a:prstGeom>
        </p:spPr>
        <p:txBody>
          <a:bodyPr anchorCtr="0" anchor="t" bIns="91425" lIns="0" spcFirstLastPara="1" rIns="91425" wrap="square" tIns="0">
            <a:noAutofit/>
          </a:bodyPr>
          <a:lstStyle>
            <a:lvl1pPr lvl="0">
              <a:spcBef>
                <a:spcPts val="0"/>
              </a:spcBef>
              <a:spcAft>
                <a:spcPts val="0"/>
              </a:spcAft>
              <a:buNone/>
              <a:defRPr sz="900">
                <a:latin typeface="Jost"/>
                <a:ea typeface="Jost"/>
                <a:cs typeface="Jost"/>
                <a:sym typeface="Jost"/>
              </a:defRPr>
            </a:lvl1pPr>
            <a:lvl2pPr lvl="1">
              <a:spcBef>
                <a:spcPts val="0"/>
              </a:spcBef>
              <a:spcAft>
                <a:spcPts val="0"/>
              </a:spcAft>
              <a:buClr>
                <a:schemeClr val="dk1"/>
              </a:buClr>
              <a:buSzPts val="1200"/>
              <a:buFont typeface="Jost"/>
              <a:buNone/>
              <a:defRPr sz="1200">
                <a:solidFill>
                  <a:schemeClr val="dk1"/>
                </a:solidFill>
                <a:latin typeface="Jost"/>
                <a:ea typeface="Jost"/>
                <a:cs typeface="Jost"/>
                <a:sym typeface="Jost"/>
              </a:defRPr>
            </a:lvl2pPr>
            <a:lvl3pPr lvl="2">
              <a:spcBef>
                <a:spcPts val="0"/>
              </a:spcBef>
              <a:spcAft>
                <a:spcPts val="0"/>
              </a:spcAft>
              <a:buClr>
                <a:schemeClr val="dk1"/>
              </a:buClr>
              <a:buSzPts val="1200"/>
              <a:buFont typeface="Jost"/>
              <a:buNone/>
              <a:defRPr sz="1200">
                <a:solidFill>
                  <a:schemeClr val="dk1"/>
                </a:solidFill>
                <a:latin typeface="Jost"/>
                <a:ea typeface="Jost"/>
                <a:cs typeface="Jost"/>
                <a:sym typeface="Jost"/>
              </a:defRPr>
            </a:lvl3pPr>
            <a:lvl4pPr lvl="3">
              <a:spcBef>
                <a:spcPts val="0"/>
              </a:spcBef>
              <a:spcAft>
                <a:spcPts val="0"/>
              </a:spcAft>
              <a:buClr>
                <a:schemeClr val="dk1"/>
              </a:buClr>
              <a:buSzPts val="1200"/>
              <a:buFont typeface="Jost"/>
              <a:buNone/>
              <a:defRPr sz="1200">
                <a:solidFill>
                  <a:schemeClr val="dk1"/>
                </a:solidFill>
                <a:latin typeface="Jost"/>
                <a:ea typeface="Jost"/>
                <a:cs typeface="Jost"/>
                <a:sym typeface="Jost"/>
              </a:defRPr>
            </a:lvl4pPr>
            <a:lvl5pPr lvl="4">
              <a:spcBef>
                <a:spcPts val="0"/>
              </a:spcBef>
              <a:spcAft>
                <a:spcPts val="0"/>
              </a:spcAft>
              <a:buClr>
                <a:schemeClr val="dk1"/>
              </a:buClr>
              <a:buSzPts val="1200"/>
              <a:buFont typeface="Jost"/>
              <a:buNone/>
              <a:defRPr sz="1200">
                <a:solidFill>
                  <a:schemeClr val="dk1"/>
                </a:solidFill>
                <a:latin typeface="Jost"/>
                <a:ea typeface="Jost"/>
                <a:cs typeface="Jost"/>
                <a:sym typeface="Jost"/>
              </a:defRPr>
            </a:lvl5pPr>
            <a:lvl6pPr lvl="5">
              <a:spcBef>
                <a:spcPts val="0"/>
              </a:spcBef>
              <a:spcAft>
                <a:spcPts val="0"/>
              </a:spcAft>
              <a:buClr>
                <a:schemeClr val="dk1"/>
              </a:buClr>
              <a:buSzPts val="1200"/>
              <a:buFont typeface="Jost"/>
              <a:buNone/>
              <a:defRPr sz="1200">
                <a:solidFill>
                  <a:schemeClr val="dk1"/>
                </a:solidFill>
                <a:latin typeface="Jost"/>
                <a:ea typeface="Jost"/>
                <a:cs typeface="Jost"/>
                <a:sym typeface="Jost"/>
              </a:defRPr>
            </a:lvl6pPr>
            <a:lvl7pPr lvl="6">
              <a:spcBef>
                <a:spcPts val="0"/>
              </a:spcBef>
              <a:spcAft>
                <a:spcPts val="0"/>
              </a:spcAft>
              <a:buClr>
                <a:schemeClr val="dk1"/>
              </a:buClr>
              <a:buSzPts val="1200"/>
              <a:buFont typeface="Jost"/>
              <a:buNone/>
              <a:defRPr sz="1200">
                <a:solidFill>
                  <a:schemeClr val="dk1"/>
                </a:solidFill>
                <a:latin typeface="Jost"/>
                <a:ea typeface="Jost"/>
                <a:cs typeface="Jost"/>
                <a:sym typeface="Jost"/>
              </a:defRPr>
            </a:lvl7pPr>
            <a:lvl8pPr lvl="7">
              <a:spcBef>
                <a:spcPts val="0"/>
              </a:spcBef>
              <a:spcAft>
                <a:spcPts val="0"/>
              </a:spcAft>
              <a:buClr>
                <a:schemeClr val="dk1"/>
              </a:buClr>
              <a:buSzPts val="1200"/>
              <a:buFont typeface="Jost"/>
              <a:buNone/>
              <a:defRPr sz="1200">
                <a:solidFill>
                  <a:schemeClr val="dk1"/>
                </a:solidFill>
                <a:latin typeface="Jost"/>
                <a:ea typeface="Jost"/>
                <a:cs typeface="Jost"/>
                <a:sym typeface="Jost"/>
              </a:defRPr>
            </a:lvl8pPr>
            <a:lvl9pPr lvl="8">
              <a:spcBef>
                <a:spcPts val="0"/>
              </a:spcBef>
              <a:spcAft>
                <a:spcPts val="0"/>
              </a:spcAft>
              <a:buClr>
                <a:schemeClr val="dk1"/>
              </a:buClr>
              <a:buSzPts val="1200"/>
              <a:buFont typeface="Jost"/>
              <a:buNone/>
              <a:defRPr sz="1200">
                <a:solidFill>
                  <a:schemeClr val="dk1"/>
                </a:solidFill>
                <a:latin typeface="Jost"/>
                <a:ea typeface="Jost"/>
                <a:cs typeface="Jost"/>
                <a:sym typeface="Jost"/>
              </a:defRPr>
            </a:lvl9pPr>
          </a:lstStyle>
          <a:p/>
        </p:txBody>
      </p:sp>
      <p:sp>
        <p:nvSpPr>
          <p:cNvPr id="105" name="Google Shape;105;p17"/>
          <p:cNvSpPr txBox="1"/>
          <p:nvPr>
            <p:ph idx="15" type="title"/>
          </p:nvPr>
        </p:nvSpPr>
        <p:spPr>
          <a:xfrm>
            <a:off x="6205996" y="3589925"/>
            <a:ext cx="1225200" cy="172200"/>
          </a:xfrm>
          <a:prstGeom prst="rect">
            <a:avLst/>
          </a:prstGeom>
        </p:spPr>
        <p:txBody>
          <a:bodyPr anchorCtr="0" anchor="t" bIns="91425" lIns="0" spcFirstLastPara="1" rIns="91425" wrap="square" tIns="0">
            <a:noAutofit/>
          </a:bodyPr>
          <a:lstStyle>
            <a:lvl1pPr lvl="0">
              <a:spcBef>
                <a:spcPts val="0"/>
              </a:spcBef>
              <a:spcAft>
                <a:spcPts val="0"/>
              </a:spcAft>
              <a:buNone/>
              <a:defRPr sz="10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106" name="Google Shape;106;p17"/>
          <p:cNvSpPr txBox="1"/>
          <p:nvPr>
            <p:ph idx="16" type="title"/>
          </p:nvPr>
        </p:nvSpPr>
        <p:spPr>
          <a:xfrm>
            <a:off x="6205996" y="4026125"/>
            <a:ext cx="1225200" cy="207600"/>
          </a:xfrm>
          <a:prstGeom prst="rect">
            <a:avLst/>
          </a:prstGeom>
        </p:spPr>
        <p:txBody>
          <a:bodyPr anchorCtr="0" anchor="t" bIns="91425" lIns="0" spcFirstLastPara="1" rIns="91425" wrap="square" tIns="0">
            <a:noAutofit/>
          </a:bodyPr>
          <a:lstStyle>
            <a:lvl1pPr lvl="0">
              <a:spcBef>
                <a:spcPts val="0"/>
              </a:spcBef>
              <a:spcAft>
                <a:spcPts val="0"/>
              </a:spcAft>
              <a:buNone/>
              <a:defRPr sz="900">
                <a:latin typeface="Jost"/>
                <a:ea typeface="Jost"/>
                <a:cs typeface="Jost"/>
                <a:sym typeface="Jost"/>
              </a:defRPr>
            </a:lvl1pPr>
            <a:lvl2pPr lvl="1">
              <a:spcBef>
                <a:spcPts val="0"/>
              </a:spcBef>
              <a:spcAft>
                <a:spcPts val="0"/>
              </a:spcAft>
              <a:buClr>
                <a:schemeClr val="dk1"/>
              </a:buClr>
              <a:buSzPts val="1200"/>
              <a:buFont typeface="Jost"/>
              <a:buNone/>
              <a:defRPr sz="1200">
                <a:solidFill>
                  <a:schemeClr val="dk1"/>
                </a:solidFill>
                <a:latin typeface="Jost"/>
                <a:ea typeface="Jost"/>
                <a:cs typeface="Jost"/>
                <a:sym typeface="Jost"/>
              </a:defRPr>
            </a:lvl2pPr>
            <a:lvl3pPr lvl="2">
              <a:spcBef>
                <a:spcPts val="0"/>
              </a:spcBef>
              <a:spcAft>
                <a:spcPts val="0"/>
              </a:spcAft>
              <a:buClr>
                <a:schemeClr val="dk1"/>
              </a:buClr>
              <a:buSzPts val="1200"/>
              <a:buFont typeface="Jost"/>
              <a:buNone/>
              <a:defRPr sz="1200">
                <a:solidFill>
                  <a:schemeClr val="dk1"/>
                </a:solidFill>
                <a:latin typeface="Jost"/>
                <a:ea typeface="Jost"/>
                <a:cs typeface="Jost"/>
                <a:sym typeface="Jost"/>
              </a:defRPr>
            </a:lvl3pPr>
            <a:lvl4pPr lvl="3">
              <a:spcBef>
                <a:spcPts val="0"/>
              </a:spcBef>
              <a:spcAft>
                <a:spcPts val="0"/>
              </a:spcAft>
              <a:buClr>
                <a:schemeClr val="dk1"/>
              </a:buClr>
              <a:buSzPts val="1200"/>
              <a:buFont typeface="Jost"/>
              <a:buNone/>
              <a:defRPr sz="1200">
                <a:solidFill>
                  <a:schemeClr val="dk1"/>
                </a:solidFill>
                <a:latin typeface="Jost"/>
                <a:ea typeface="Jost"/>
                <a:cs typeface="Jost"/>
                <a:sym typeface="Jost"/>
              </a:defRPr>
            </a:lvl4pPr>
            <a:lvl5pPr lvl="4">
              <a:spcBef>
                <a:spcPts val="0"/>
              </a:spcBef>
              <a:spcAft>
                <a:spcPts val="0"/>
              </a:spcAft>
              <a:buClr>
                <a:schemeClr val="dk1"/>
              </a:buClr>
              <a:buSzPts val="1200"/>
              <a:buFont typeface="Jost"/>
              <a:buNone/>
              <a:defRPr sz="1200">
                <a:solidFill>
                  <a:schemeClr val="dk1"/>
                </a:solidFill>
                <a:latin typeface="Jost"/>
                <a:ea typeface="Jost"/>
                <a:cs typeface="Jost"/>
                <a:sym typeface="Jost"/>
              </a:defRPr>
            </a:lvl5pPr>
            <a:lvl6pPr lvl="5">
              <a:spcBef>
                <a:spcPts val="0"/>
              </a:spcBef>
              <a:spcAft>
                <a:spcPts val="0"/>
              </a:spcAft>
              <a:buClr>
                <a:schemeClr val="dk1"/>
              </a:buClr>
              <a:buSzPts val="1200"/>
              <a:buFont typeface="Jost"/>
              <a:buNone/>
              <a:defRPr sz="1200">
                <a:solidFill>
                  <a:schemeClr val="dk1"/>
                </a:solidFill>
                <a:latin typeface="Jost"/>
                <a:ea typeface="Jost"/>
                <a:cs typeface="Jost"/>
                <a:sym typeface="Jost"/>
              </a:defRPr>
            </a:lvl6pPr>
            <a:lvl7pPr lvl="6">
              <a:spcBef>
                <a:spcPts val="0"/>
              </a:spcBef>
              <a:spcAft>
                <a:spcPts val="0"/>
              </a:spcAft>
              <a:buClr>
                <a:schemeClr val="dk1"/>
              </a:buClr>
              <a:buSzPts val="1200"/>
              <a:buFont typeface="Jost"/>
              <a:buNone/>
              <a:defRPr sz="1200">
                <a:solidFill>
                  <a:schemeClr val="dk1"/>
                </a:solidFill>
                <a:latin typeface="Jost"/>
                <a:ea typeface="Jost"/>
                <a:cs typeface="Jost"/>
                <a:sym typeface="Jost"/>
              </a:defRPr>
            </a:lvl7pPr>
            <a:lvl8pPr lvl="7">
              <a:spcBef>
                <a:spcPts val="0"/>
              </a:spcBef>
              <a:spcAft>
                <a:spcPts val="0"/>
              </a:spcAft>
              <a:buClr>
                <a:schemeClr val="dk1"/>
              </a:buClr>
              <a:buSzPts val="1200"/>
              <a:buFont typeface="Jost"/>
              <a:buNone/>
              <a:defRPr sz="1200">
                <a:solidFill>
                  <a:schemeClr val="dk1"/>
                </a:solidFill>
                <a:latin typeface="Jost"/>
                <a:ea typeface="Jost"/>
                <a:cs typeface="Jost"/>
                <a:sym typeface="Jost"/>
              </a:defRPr>
            </a:lvl8pPr>
            <a:lvl9pPr lvl="8">
              <a:spcBef>
                <a:spcPts val="0"/>
              </a:spcBef>
              <a:spcAft>
                <a:spcPts val="0"/>
              </a:spcAft>
              <a:buClr>
                <a:schemeClr val="dk1"/>
              </a:buClr>
              <a:buSzPts val="1200"/>
              <a:buFont typeface="Jost"/>
              <a:buNone/>
              <a:defRPr sz="1200">
                <a:solidFill>
                  <a:schemeClr val="dk1"/>
                </a:solidFill>
                <a:latin typeface="Jost"/>
                <a:ea typeface="Jost"/>
                <a:cs typeface="Jost"/>
                <a:sym typeface="Jost"/>
              </a:defRPr>
            </a:lvl9pPr>
          </a:lstStyle>
          <a:p/>
        </p:txBody>
      </p:sp>
      <p:sp>
        <p:nvSpPr>
          <p:cNvPr id="107" name="Google Shape;107;p17"/>
          <p:cNvSpPr txBox="1"/>
          <p:nvPr>
            <p:ph idx="17" type="title"/>
          </p:nvPr>
        </p:nvSpPr>
        <p:spPr>
          <a:xfrm>
            <a:off x="7683660" y="3589925"/>
            <a:ext cx="1225200" cy="172200"/>
          </a:xfrm>
          <a:prstGeom prst="rect">
            <a:avLst/>
          </a:prstGeom>
        </p:spPr>
        <p:txBody>
          <a:bodyPr anchorCtr="0" anchor="t" bIns="91425" lIns="0" spcFirstLastPara="1" rIns="91425" wrap="square" tIns="0">
            <a:noAutofit/>
          </a:bodyPr>
          <a:lstStyle>
            <a:lvl1pPr lvl="0">
              <a:spcBef>
                <a:spcPts val="0"/>
              </a:spcBef>
              <a:spcAft>
                <a:spcPts val="0"/>
              </a:spcAft>
              <a:buNone/>
              <a:defRPr sz="10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108" name="Google Shape;108;p17"/>
          <p:cNvSpPr txBox="1"/>
          <p:nvPr>
            <p:ph idx="18" type="title"/>
          </p:nvPr>
        </p:nvSpPr>
        <p:spPr>
          <a:xfrm>
            <a:off x="7683660" y="4026125"/>
            <a:ext cx="1225200" cy="207600"/>
          </a:xfrm>
          <a:prstGeom prst="rect">
            <a:avLst/>
          </a:prstGeom>
        </p:spPr>
        <p:txBody>
          <a:bodyPr anchorCtr="0" anchor="t" bIns="91425" lIns="0" spcFirstLastPara="1" rIns="91425" wrap="square" tIns="0">
            <a:noAutofit/>
          </a:bodyPr>
          <a:lstStyle>
            <a:lvl1pPr lvl="0">
              <a:spcBef>
                <a:spcPts val="0"/>
              </a:spcBef>
              <a:spcAft>
                <a:spcPts val="0"/>
              </a:spcAft>
              <a:buNone/>
              <a:defRPr sz="900">
                <a:latin typeface="Jost"/>
                <a:ea typeface="Jost"/>
                <a:cs typeface="Jost"/>
                <a:sym typeface="Jost"/>
              </a:defRPr>
            </a:lvl1pPr>
            <a:lvl2pPr lvl="1">
              <a:spcBef>
                <a:spcPts val="0"/>
              </a:spcBef>
              <a:spcAft>
                <a:spcPts val="0"/>
              </a:spcAft>
              <a:buClr>
                <a:schemeClr val="dk1"/>
              </a:buClr>
              <a:buSzPts val="1200"/>
              <a:buFont typeface="Jost"/>
              <a:buNone/>
              <a:defRPr sz="1200">
                <a:solidFill>
                  <a:schemeClr val="dk1"/>
                </a:solidFill>
                <a:latin typeface="Jost"/>
                <a:ea typeface="Jost"/>
                <a:cs typeface="Jost"/>
                <a:sym typeface="Jost"/>
              </a:defRPr>
            </a:lvl2pPr>
            <a:lvl3pPr lvl="2">
              <a:spcBef>
                <a:spcPts val="0"/>
              </a:spcBef>
              <a:spcAft>
                <a:spcPts val="0"/>
              </a:spcAft>
              <a:buClr>
                <a:schemeClr val="dk1"/>
              </a:buClr>
              <a:buSzPts val="1200"/>
              <a:buFont typeface="Jost"/>
              <a:buNone/>
              <a:defRPr sz="1200">
                <a:solidFill>
                  <a:schemeClr val="dk1"/>
                </a:solidFill>
                <a:latin typeface="Jost"/>
                <a:ea typeface="Jost"/>
                <a:cs typeface="Jost"/>
                <a:sym typeface="Jost"/>
              </a:defRPr>
            </a:lvl3pPr>
            <a:lvl4pPr lvl="3">
              <a:spcBef>
                <a:spcPts val="0"/>
              </a:spcBef>
              <a:spcAft>
                <a:spcPts val="0"/>
              </a:spcAft>
              <a:buClr>
                <a:schemeClr val="dk1"/>
              </a:buClr>
              <a:buSzPts val="1200"/>
              <a:buFont typeface="Jost"/>
              <a:buNone/>
              <a:defRPr sz="1200">
                <a:solidFill>
                  <a:schemeClr val="dk1"/>
                </a:solidFill>
                <a:latin typeface="Jost"/>
                <a:ea typeface="Jost"/>
                <a:cs typeface="Jost"/>
                <a:sym typeface="Jost"/>
              </a:defRPr>
            </a:lvl4pPr>
            <a:lvl5pPr lvl="4">
              <a:spcBef>
                <a:spcPts val="0"/>
              </a:spcBef>
              <a:spcAft>
                <a:spcPts val="0"/>
              </a:spcAft>
              <a:buClr>
                <a:schemeClr val="dk1"/>
              </a:buClr>
              <a:buSzPts val="1200"/>
              <a:buFont typeface="Jost"/>
              <a:buNone/>
              <a:defRPr sz="1200">
                <a:solidFill>
                  <a:schemeClr val="dk1"/>
                </a:solidFill>
                <a:latin typeface="Jost"/>
                <a:ea typeface="Jost"/>
                <a:cs typeface="Jost"/>
                <a:sym typeface="Jost"/>
              </a:defRPr>
            </a:lvl5pPr>
            <a:lvl6pPr lvl="5">
              <a:spcBef>
                <a:spcPts val="0"/>
              </a:spcBef>
              <a:spcAft>
                <a:spcPts val="0"/>
              </a:spcAft>
              <a:buClr>
                <a:schemeClr val="dk1"/>
              </a:buClr>
              <a:buSzPts val="1200"/>
              <a:buFont typeface="Jost"/>
              <a:buNone/>
              <a:defRPr sz="1200">
                <a:solidFill>
                  <a:schemeClr val="dk1"/>
                </a:solidFill>
                <a:latin typeface="Jost"/>
                <a:ea typeface="Jost"/>
                <a:cs typeface="Jost"/>
                <a:sym typeface="Jost"/>
              </a:defRPr>
            </a:lvl6pPr>
            <a:lvl7pPr lvl="6">
              <a:spcBef>
                <a:spcPts val="0"/>
              </a:spcBef>
              <a:spcAft>
                <a:spcPts val="0"/>
              </a:spcAft>
              <a:buClr>
                <a:schemeClr val="dk1"/>
              </a:buClr>
              <a:buSzPts val="1200"/>
              <a:buFont typeface="Jost"/>
              <a:buNone/>
              <a:defRPr sz="1200">
                <a:solidFill>
                  <a:schemeClr val="dk1"/>
                </a:solidFill>
                <a:latin typeface="Jost"/>
                <a:ea typeface="Jost"/>
                <a:cs typeface="Jost"/>
                <a:sym typeface="Jost"/>
              </a:defRPr>
            </a:lvl7pPr>
            <a:lvl8pPr lvl="7">
              <a:spcBef>
                <a:spcPts val="0"/>
              </a:spcBef>
              <a:spcAft>
                <a:spcPts val="0"/>
              </a:spcAft>
              <a:buClr>
                <a:schemeClr val="dk1"/>
              </a:buClr>
              <a:buSzPts val="1200"/>
              <a:buFont typeface="Jost"/>
              <a:buNone/>
              <a:defRPr sz="1200">
                <a:solidFill>
                  <a:schemeClr val="dk1"/>
                </a:solidFill>
                <a:latin typeface="Jost"/>
                <a:ea typeface="Jost"/>
                <a:cs typeface="Jost"/>
                <a:sym typeface="Jost"/>
              </a:defRPr>
            </a:lvl8pPr>
            <a:lvl9pPr lvl="8">
              <a:spcBef>
                <a:spcPts val="0"/>
              </a:spcBef>
              <a:spcAft>
                <a:spcPts val="0"/>
              </a:spcAft>
              <a:buClr>
                <a:schemeClr val="dk1"/>
              </a:buClr>
              <a:buSzPts val="1200"/>
              <a:buFont typeface="Jost"/>
              <a:buNone/>
              <a:defRPr sz="1200">
                <a:solidFill>
                  <a:schemeClr val="dk1"/>
                </a:solidFill>
                <a:latin typeface="Jost"/>
                <a:ea typeface="Jost"/>
                <a:cs typeface="Jost"/>
                <a:sym typeface="Jost"/>
              </a:defRPr>
            </a:lvl9pPr>
          </a:lstStyle>
          <a:p/>
        </p:txBody>
      </p:sp>
      <p:sp>
        <p:nvSpPr>
          <p:cNvPr id="109" name="Google Shape;109;p17"/>
          <p:cNvSpPr/>
          <p:nvPr>
            <p:ph idx="19" type="pic"/>
          </p:nvPr>
        </p:nvSpPr>
        <p:spPr>
          <a:xfrm>
            <a:off x="1726022" y="1991825"/>
            <a:ext cx="1288500" cy="1363800"/>
          </a:xfrm>
          <a:prstGeom prst="roundRect">
            <a:avLst>
              <a:gd fmla="val 6764" name="adj"/>
            </a:avLst>
          </a:prstGeom>
          <a:noFill/>
          <a:ln>
            <a:noFill/>
          </a:ln>
        </p:spPr>
      </p:sp>
      <p:sp>
        <p:nvSpPr>
          <p:cNvPr id="110" name="Google Shape;110;p17"/>
          <p:cNvSpPr/>
          <p:nvPr>
            <p:ph idx="20" type="pic"/>
          </p:nvPr>
        </p:nvSpPr>
        <p:spPr>
          <a:xfrm>
            <a:off x="3194345" y="1991825"/>
            <a:ext cx="1288500" cy="1363800"/>
          </a:xfrm>
          <a:prstGeom prst="roundRect">
            <a:avLst>
              <a:gd fmla="val 6764" name="adj"/>
            </a:avLst>
          </a:prstGeom>
          <a:noFill/>
          <a:ln>
            <a:noFill/>
          </a:ln>
        </p:spPr>
      </p:sp>
      <p:sp>
        <p:nvSpPr>
          <p:cNvPr id="111" name="Google Shape;111;p17"/>
          <p:cNvSpPr/>
          <p:nvPr>
            <p:ph idx="21" type="pic"/>
          </p:nvPr>
        </p:nvSpPr>
        <p:spPr>
          <a:xfrm>
            <a:off x="4662668" y="1991825"/>
            <a:ext cx="1288500" cy="1363800"/>
          </a:xfrm>
          <a:prstGeom prst="roundRect">
            <a:avLst>
              <a:gd fmla="val 6764" name="adj"/>
            </a:avLst>
          </a:prstGeom>
          <a:noFill/>
          <a:ln>
            <a:noFill/>
          </a:ln>
        </p:spPr>
      </p:sp>
      <p:sp>
        <p:nvSpPr>
          <p:cNvPr id="112" name="Google Shape;112;p17"/>
          <p:cNvSpPr/>
          <p:nvPr>
            <p:ph idx="22" type="pic"/>
          </p:nvPr>
        </p:nvSpPr>
        <p:spPr>
          <a:xfrm>
            <a:off x="6130990" y="1991825"/>
            <a:ext cx="1288500" cy="1363800"/>
          </a:xfrm>
          <a:prstGeom prst="roundRect">
            <a:avLst>
              <a:gd fmla="val 6764" name="adj"/>
            </a:avLst>
          </a:prstGeom>
          <a:noFill/>
          <a:ln>
            <a:noFill/>
          </a:ln>
        </p:spPr>
      </p:sp>
      <p:sp>
        <p:nvSpPr>
          <p:cNvPr id="113" name="Google Shape;113;p17"/>
          <p:cNvSpPr/>
          <p:nvPr>
            <p:ph idx="23" type="pic"/>
          </p:nvPr>
        </p:nvSpPr>
        <p:spPr>
          <a:xfrm>
            <a:off x="7599313" y="1991825"/>
            <a:ext cx="1288500" cy="1363800"/>
          </a:xfrm>
          <a:prstGeom prst="roundRect">
            <a:avLst>
              <a:gd fmla="val 6764" name="adj"/>
            </a:avLst>
          </a:prstGeom>
          <a:noFill/>
          <a:ln>
            <a:noFill/>
          </a:ln>
        </p:spPr>
      </p:sp>
      <p:sp>
        <p:nvSpPr>
          <p:cNvPr id="114" name="Google Shape;114;p17"/>
          <p:cNvSpPr/>
          <p:nvPr>
            <p:ph idx="24" type="pic"/>
          </p:nvPr>
        </p:nvSpPr>
        <p:spPr>
          <a:xfrm>
            <a:off x="257700" y="1991825"/>
            <a:ext cx="1288500" cy="1363800"/>
          </a:xfrm>
          <a:prstGeom prst="roundRect">
            <a:avLst>
              <a:gd fmla="val 6764" name="adj"/>
            </a:avLst>
          </a:prstGeom>
          <a:noFill/>
          <a:ln>
            <a:no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1">
  <p:cSld name="CUSTOM_8_1_1_1_1">
    <p:spTree>
      <p:nvGrpSpPr>
        <p:cNvPr id="115" name="Shape 115"/>
        <p:cNvGrpSpPr/>
        <p:nvPr/>
      </p:nvGrpSpPr>
      <p:grpSpPr>
        <a:xfrm>
          <a:off x="0" y="0"/>
          <a:ext cx="0" cy="0"/>
          <a:chOff x="0" y="0"/>
          <a:chExt cx="0" cy="0"/>
        </a:xfrm>
      </p:grpSpPr>
      <p:sp>
        <p:nvSpPr>
          <p:cNvPr id="116" name="Google Shape;116;p18"/>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117" name="Google Shape;117;p18"/>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118" name="Google Shape;118;p18"/>
          <p:cNvSpPr txBox="1"/>
          <p:nvPr>
            <p:ph idx="3" type="title"/>
          </p:nvPr>
        </p:nvSpPr>
        <p:spPr>
          <a:xfrm>
            <a:off x="228600" y="457200"/>
            <a:ext cx="42966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 Alt 1">
  <p:cSld name="CUSTOM_8_1_1_1_1_1_1_1_1_1_1_1_1_1_1_1_1_1_1_1">
    <p:spTree>
      <p:nvGrpSpPr>
        <p:cNvPr id="119" name="Shape 119"/>
        <p:cNvGrpSpPr/>
        <p:nvPr/>
      </p:nvGrpSpPr>
      <p:grpSpPr>
        <a:xfrm>
          <a:off x="0" y="0"/>
          <a:ext cx="0" cy="0"/>
          <a:chOff x="0" y="0"/>
          <a:chExt cx="0" cy="0"/>
        </a:xfrm>
      </p:grpSpPr>
      <p:sp>
        <p:nvSpPr>
          <p:cNvPr id="120" name="Google Shape;120;p19"/>
          <p:cNvSpPr/>
          <p:nvPr/>
        </p:nvSpPr>
        <p:spPr>
          <a:xfrm>
            <a:off x="0" y="0"/>
            <a:ext cx="2406900" cy="2406900"/>
          </a:xfrm>
          <a:prstGeom prst="rect">
            <a:avLst/>
          </a:prstGeom>
          <a:gradFill>
            <a:gsLst>
              <a:gs pos="0">
                <a:schemeClr val="lt2"/>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121" name="Google Shape;121;p19"/>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122" name="Google Shape;122;p19"/>
          <p:cNvSpPr txBox="1"/>
          <p:nvPr>
            <p:ph idx="2" type="title"/>
          </p:nvPr>
        </p:nvSpPr>
        <p:spPr>
          <a:xfrm>
            <a:off x="228600" y="457200"/>
            <a:ext cx="34326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pic>
        <p:nvPicPr>
          <p:cNvPr descr="Free Images : landscape, nature, horizon, mountain, sky, night ..." id="123" name="Google Shape;123;p19"/>
          <p:cNvPicPr preferRelativeResize="0"/>
          <p:nvPr/>
        </p:nvPicPr>
        <p:blipFill rotWithShape="1">
          <a:blip r:embed="rId2">
            <a:alphaModFix/>
          </a:blip>
          <a:srcRect b="0" l="23232" r="29975" t="0"/>
          <a:stretch/>
        </p:blipFill>
        <p:spPr>
          <a:xfrm>
            <a:off x="7541887" y="0"/>
            <a:ext cx="1604076" cy="5143501"/>
          </a:xfrm>
          <a:prstGeom prst="rect">
            <a:avLst/>
          </a:prstGeom>
          <a:noFill/>
          <a:ln>
            <a:noFill/>
          </a:ln>
        </p:spPr>
      </p:pic>
      <p:sp>
        <p:nvSpPr>
          <p:cNvPr id="124" name="Google Shape;124;p19"/>
          <p:cNvSpPr txBox="1"/>
          <p:nvPr>
            <p:ph idx="1" type="subTitle"/>
          </p:nvPr>
        </p:nvSpPr>
        <p:spPr>
          <a:xfrm>
            <a:off x="228950" y="1419750"/>
            <a:ext cx="5154900" cy="2288100"/>
          </a:xfrm>
          <a:prstGeom prst="rect">
            <a:avLst/>
          </a:prstGeom>
        </p:spPr>
        <p:txBody>
          <a:bodyPr anchorCtr="0" anchor="t" bIns="0" lIns="0" spcFirstLastPara="1" rIns="0" wrap="square" tIns="0">
            <a:spAutoFit/>
          </a:bodyPr>
          <a:lstStyle>
            <a:lvl1pPr lvl="0">
              <a:spcBef>
                <a:spcPts val="0"/>
              </a:spcBef>
              <a:spcAft>
                <a:spcPts val="0"/>
              </a:spcAft>
              <a:buNone/>
              <a:defRPr sz="3600"/>
            </a:lvl1pPr>
            <a:lvl2pPr lvl="1">
              <a:spcBef>
                <a:spcPts val="0"/>
              </a:spcBef>
              <a:spcAft>
                <a:spcPts val="0"/>
              </a:spcAft>
              <a:buNone/>
              <a:defRPr sz="3600"/>
            </a:lvl2pPr>
            <a:lvl3pPr lvl="2">
              <a:spcBef>
                <a:spcPts val="0"/>
              </a:spcBef>
              <a:spcAft>
                <a:spcPts val="0"/>
              </a:spcAft>
              <a:buNone/>
              <a:defRPr sz="3600"/>
            </a:lvl3pPr>
            <a:lvl4pPr lvl="3">
              <a:spcBef>
                <a:spcPts val="0"/>
              </a:spcBef>
              <a:spcAft>
                <a:spcPts val="0"/>
              </a:spcAft>
              <a:buNone/>
              <a:defRPr sz="3600"/>
            </a:lvl4pPr>
            <a:lvl5pPr lvl="4">
              <a:spcBef>
                <a:spcPts val="0"/>
              </a:spcBef>
              <a:spcAft>
                <a:spcPts val="0"/>
              </a:spcAft>
              <a:buNone/>
              <a:defRPr sz="3600"/>
            </a:lvl5pPr>
            <a:lvl6pPr lvl="5">
              <a:spcBef>
                <a:spcPts val="0"/>
              </a:spcBef>
              <a:spcAft>
                <a:spcPts val="0"/>
              </a:spcAft>
              <a:buNone/>
              <a:defRPr sz="3600"/>
            </a:lvl6pPr>
            <a:lvl7pPr lvl="6">
              <a:spcBef>
                <a:spcPts val="0"/>
              </a:spcBef>
              <a:spcAft>
                <a:spcPts val="0"/>
              </a:spcAft>
              <a:buNone/>
              <a:defRPr sz="3600"/>
            </a:lvl7pPr>
            <a:lvl8pPr lvl="7">
              <a:spcBef>
                <a:spcPts val="0"/>
              </a:spcBef>
              <a:spcAft>
                <a:spcPts val="0"/>
              </a:spcAft>
              <a:buNone/>
              <a:defRPr sz="3600"/>
            </a:lvl8pPr>
            <a:lvl9pPr lvl="8">
              <a:spcBef>
                <a:spcPts val="0"/>
              </a:spcBef>
              <a:spcAft>
                <a:spcPts val="0"/>
              </a:spcAft>
              <a:buNone/>
              <a:defRPr sz="3600"/>
            </a:lvl9pPr>
          </a:lstStyle>
          <a:p/>
        </p:txBody>
      </p:sp>
      <p:sp>
        <p:nvSpPr>
          <p:cNvPr id="125" name="Google Shape;125;p19"/>
          <p:cNvSpPr/>
          <p:nvPr/>
        </p:nvSpPr>
        <p:spPr>
          <a:xfrm>
            <a:off x="6077650" y="0"/>
            <a:ext cx="1462200" cy="5143500"/>
          </a:xfrm>
          <a:prstGeom prst="rect">
            <a:avLst/>
          </a:prstGeom>
          <a:gradFill>
            <a:gsLst>
              <a:gs pos="0">
                <a:schemeClr val="accent5"/>
              </a:gs>
              <a:gs pos="100000">
                <a:schemeClr val="lt2"/>
              </a:gs>
            </a:gsLst>
            <a:lin ang="540001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Alt 1">
  <p:cSld name="CUSTOM_8_1_1_1_1_1_1_1_1_1_1_1_1_1_1_1_1_1_1_1_1">
    <p:spTree>
      <p:nvGrpSpPr>
        <p:cNvPr id="126" name="Shape 126"/>
        <p:cNvGrpSpPr/>
        <p:nvPr/>
      </p:nvGrpSpPr>
      <p:grpSpPr>
        <a:xfrm>
          <a:off x="0" y="0"/>
          <a:ext cx="0" cy="0"/>
          <a:chOff x="0" y="0"/>
          <a:chExt cx="0" cy="0"/>
        </a:xfrm>
      </p:grpSpPr>
      <p:sp>
        <p:nvSpPr>
          <p:cNvPr id="127" name="Google Shape;127;p20"/>
          <p:cNvSpPr/>
          <p:nvPr/>
        </p:nvSpPr>
        <p:spPr>
          <a:xfrm>
            <a:off x="0" y="0"/>
            <a:ext cx="3776100" cy="3776100"/>
          </a:xfrm>
          <a:prstGeom prst="rect">
            <a:avLst/>
          </a:prstGeom>
          <a:gradFill>
            <a:gsLst>
              <a:gs pos="0">
                <a:schemeClr val="accent6"/>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128" name="Google Shape;128;p20"/>
          <p:cNvSpPr/>
          <p:nvPr/>
        </p:nvSpPr>
        <p:spPr>
          <a:xfrm rot="10800000">
            <a:off x="3156575" y="250"/>
            <a:ext cx="5983500" cy="5147700"/>
          </a:xfrm>
          <a:prstGeom prst="rect">
            <a:avLst/>
          </a:prstGeom>
          <a:gradFill>
            <a:gsLst>
              <a:gs pos="0">
                <a:schemeClr val="accent6"/>
              </a:gs>
              <a:gs pos="100000">
                <a:schemeClr val="lt2"/>
              </a:gs>
            </a:gsLst>
            <a:lin ang="54007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129" name="Google Shape;129;p20"/>
          <p:cNvSpPr txBox="1"/>
          <p:nvPr/>
        </p:nvSpPr>
        <p:spPr>
          <a:xfrm>
            <a:off x="4102943" y="1042306"/>
            <a:ext cx="558600" cy="368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7200">
                <a:solidFill>
                  <a:schemeClr val="dk1"/>
                </a:solidFill>
                <a:latin typeface="Figtree"/>
                <a:ea typeface="Figtree"/>
                <a:cs typeface="Figtree"/>
                <a:sym typeface="Figtree"/>
              </a:rPr>
              <a:t>“</a:t>
            </a:r>
            <a:endParaRPr b="1" sz="7200">
              <a:solidFill>
                <a:schemeClr val="dk1"/>
              </a:solidFill>
              <a:latin typeface="Figtree"/>
              <a:ea typeface="Figtree"/>
              <a:cs typeface="Figtree"/>
              <a:sym typeface="Figtree"/>
            </a:endParaRPr>
          </a:p>
        </p:txBody>
      </p:sp>
      <p:sp>
        <p:nvSpPr>
          <p:cNvPr id="130" name="Google Shape;130;p20"/>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131" name="Google Shape;131;p20"/>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132" name="Google Shape;132;p20"/>
          <p:cNvSpPr txBox="1"/>
          <p:nvPr>
            <p:ph idx="3" type="title"/>
          </p:nvPr>
        </p:nvSpPr>
        <p:spPr>
          <a:xfrm>
            <a:off x="228600" y="457200"/>
            <a:ext cx="29259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133" name="Google Shape;133;p20"/>
          <p:cNvSpPr txBox="1"/>
          <p:nvPr>
            <p:ph idx="1" type="subTitle"/>
          </p:nvPr>
        </p:nvSpPr>
        <p:spPr>
          <a:xfrm>
            <a:off x="4102950" y="1631400"/>
            <a:ext cx="4089000" cy="2288100"/>
          </a:xfrm>
          <a:prstGeom prst="rect">
            <a:avLst/>
          </a:prstGeom>
        </p:spPr>
        <p:txBody>
          <a:bodyPr anchorCtr="0" anchor="t" bIns="0" lIns="0" spcFirstLastPara="1" rIns="0" wrap="square" tIns="0">
            <a:spAutoFit/>
          </a:bodyPr>
          <a:lstStyle>
            <a:lvl1pPr lvl="0">
              <a:spcBef>
                <a:spcPts val="0"/>
              </a:spcBef>
              <a:spcAft>
                <a:spcPts val="0"/>
              </a:spcAft>
              <a:buNone/>
              <a:defRPr sz="2400"/>
            </a:lvl1pPr>
            <a:lvl2pPr lvl="1">
              <a:spcBef>
                <a:spcPts val="0"/>
              </a:spcBef>
              <a:spcAft>
                <a:spcPts val="0"/>
              </a:spcAft>
              <a:buNone/>
              <a:defRPr sz="2400"/>
            </a:lvl2pPr>
            <a:lvl3pPr lvl="2">
              <a:spcBef>
                <a:spcPts val="0"/>
              </a:spcBef>
              <a:spcAft>
                <a:spcPts val="0"/>
              </a:spcAft>
              <a:buNone/>
              <a:defRPr sz="2400"/>
            </a:lvl3pPr>
            <a:lvl4pPr lvl="3">
              <a:spcBef>
                <a:spcPts val="0"/>
              </a:spcBef>
              <a:spcAft>
                <a:spcPts val="0"/>
              </a:spcAft>
              <a:buNone/>
              <a:defRPr sz="2400"/>
            </a:lvl4pPr>
            <a:lvl5pPr lvl="4">
              <a:spcBef>
                <a:spcPts val="0"/>
              </a:spcBef>
              <a:spcAft>
                <a:spcPts val="0"/>
              </a:spcAft>
              <a:buNone/>
              <a:defRPr sz="2400"/>
            </a:lvl5pPr>
            <a:lvl6pPr lvl="5">
              <a:spcBef>
                <a:spcPts val="0"/>
              </a:spcBef>
              <a:spcAft>
                <a:spcPts val="0"/>
              </a:spcAft>
              <a:buNone/>
              <a:defRPr sz="2400"/>
            </a:lvl6pPr>
            <a:lvl7pPr lvl="6">
              <a:spcBef>
                <a:spcPts val="0"/>
              </a:spcBef>
              <a:spcAft>
                <a:spcPts val="0"/>
              </a:spcAft>
              <a:buNone/>
              <a:defRPr sz="2400"/>
            </a:lvl7pPr>
            <a:lvl8pPr lvl="7">
              <a:spcBef>
                <a:spcPts val="0"/>
              </a:spcBef>
              <a:spcAft>
                <a:spcPts val="0"/>
              </a:spcAft>
              <a:buNone/>
              <a:defRPr sz="2400"/>
            </a:lvl8pPr>
            <a:lvl9pPr lvl="8">
              <a:spcBef>
                <a:spcPts val="0"/>
              </a:spcBef>
              <a:spcAft>
                <a:spcPts val="0"/>
              </a:spcAft>
              <a:buNone/>
              <a:defRPr sz="2400"/>
            </a:lvl9pPr>
          </a:lstStyle>
          <a:p/>
        </p:txBody>
      </p:sp>
      <p:sp>
        <p:nvSpPr>
          <p:cNvPr id="134" name="Google Shape;134;p20"/>
          <p:cNvSpPr txBox="1"/>
          <p:nvPr>
            <p:ph idx="4" type="subTitle"/>
          </p:nvPr>
        </p:nvSpPr>
        <p:spPr>
          <a:xfrm>
            <a:off x="228600" y="3967700"/>
            <a:ext cx="2336400" cy="172200"/>
          </a:xfrm>
          <a:prstGeom prst="rect">
            <a:avLst/>
          </a:prstGeom>
        </p:spPr>
        <p:txBody>
          <a:bodyPr anchorCtr="0" anchor="ctr"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
        <p:nvSpPr>
          <p:cNvPr id="135" name="Google Shape;135;p20"/>
          <p:cNvSpPr/>
          <p:nvPr>
            <p:ph idx="5" type="pic"/>
          </p:nvPr>
        </p:nvSpPr>
        <p:spPr>
          <a:xfrm>
            <a:off x="228800" y="1707600"/>
            <a:ext cx="1951200" cy="2068500"/>
          </a:xfrm>
          <a:prstGeom prst="rect">
            <a:avLst/>
          </a:prstGeom>
          <a:noFill/>
          <a:ln>
            <a:noFill/>
          </a:ln>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Alt 2">
  <p:cSld name="CUSTOM_8_1_1_1_1_1_1_1_1_1_1_1_1_1_1_1_1_1_1_1_1_2">
    <p:spTree>
      <p:nvGrpSpPr>
        <p:cNvPr id="136" name="Shape 136"/>
        <p:cNvGrpSpPr/>
        <p:nvPr/>
      </p:nvGrpSpPr>
      <p:grpSpPr>
        <a:xfrm>
          <a:off x="0" y="0"/>
          <a:ext cx="0" cy="0"/>
          <a:chOff x="0" y="0"/>
          <a:chExt cx="0" cy="0"/>
        </a:xfrm>
      </p:grpSpPr>
      <p:sp>
        <p:nvSpPr>
          <p:cNvPr id="137" name="Google Shape;137;p21"/>
          <p:cNvSpPr/>
          <p:nvPr/>
        </p:nvSpPr>
        <p:spPr>
          <a:xfrm rot="-5400000">
            <a:off x="3054300" y="1196700"/>
            <a:ext cx="3946800" cy="3946800"/>
          </a:xfrm>
          <a:prstGeom prst="rect">
            <a:avLst/>
          </a:prstGeom>
          <a:gradFill>
            <a:gsLst>
              <a:gs pos="0">
                <a:schemeClr val="lt2"/>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138" name="Google Shape;138;p21"/>
          <p:cNvSpPr/>
          <p:nvPr/>
        </p:nvSpPr>
        <p:spPr>
          <a:xfrm rot="5400000">
            <a:off x="6262500" y="0"/>
            <a:ext cx="2881500" cy="2881500"/>
          </a:xfrm>
          <a:prstGeom prst="rect">
            <a:avLst/>
          </a:prstGeom>
          <a:gradFill>
            <a:gsLst>
              <a:gs pos="0">
                <a:schemeClr val="accent5"/>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139" name="Google Shape;139;p21"/>
          <p:cNvSpPr/>
          <p:nvPr>
            <p:ph idx="2" type="pic"/>
          </p:nvPr>
        </p:nvSpPr>
        <p:spPr>
          <a:xfrm>
            <a:off x="0" y="-9000"/>
            <a:ext cx="3054300" cy="3252900"/>
          </a:xfrm>
          <a:prstGeom prst="rect">
            <a:avLst/>
          </a:prstGeom>
          <a:noFill/>
          <a:ln>
            <a:noFill/>
          </a:ln>
        </p:spPr>
      </p:sp>
      <p:sp>
        <p:nvSpPr>
          <p:cNvPr id="140" name="Google Shape;140;p21"/>
          <p:cNvSpPr txBox="1"/>
          <p:nvPr/>
        </p:nvSpPr>
        <p:spPr>
          <a:xfrm>
            <a:off x="3455693" y="228206"/>
            <a:ext cx="558600" cy="368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7200">
                <a:solidFill>
                  <a:schemeClr val="dk1"/>
                </a:solidFill>
                <a:latin typeface="Figtree"/>
                <a:ea typeface="Figtree"/>
                <a:cs typeface="Figtree"/>
                <a:sym typeface="Figtree"/>
              </a:rPr>
              <a:t>“</a:t>
            </a:r>
            <a:endParaRPr b="1" sz="7200">
              <a:solidFill>
                <a:schemeClr val="dk1"/>
              </a:solidFill>
              <a:latin typeface="Figtree"/>
              <a:ea typeface="Figtree"/>
              <a:cs typeface="Figtree"/>
              <a:sym typeface="Figtree"/>
            </a:endParaRPr>
          </a:p>
        </p:txBody>
      </p:sp>
      <p:sp>
        <p:nvSpPr>
          <p:cNvPr id="141" name="Google Shape;141;p21"/>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142" name="Google Shape;142;p21"/>
          <p:cNvSpPr txBox="1"/>
          <p:nvPr>
            <p:ph idx="3"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143" name="Google Shape;143;p21"/>
          <p:cNvSpPr txBox="1"/>
          <p:nvPr>
            <p:ph idx="4" type="title"/>
          </p:nvPr>
        </p:nvSpPr>
        <p:spPr>
          <a:xfrm>
            <a:off x="228600" y="3429000"/>
            <a:ext cx="3432600" cy="2811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144" name="Google Shape;144;p21"/>
          <p:cNvSpPr txBox="1"/>
          <p:nvPr>
            <p:ph idx="1" type="subTitle"/>
          </p:nvPr>
        </p:nvSpPr>
        <p:spPr>
          <a:xfrm>
            <a:off x="3455700" y="817300"/>
            <a:ext cx="4959300" cy="2288100"/>
          </a:xfrm>
          <a:prstGeom prst="rect">
            <a:avLst/>
          </a:prstGeom>
        </p:spPr>
        <p:txBody>
          <a:bodyPr anchorCtr="0" anchor="t" bIns="0" lIns="0" spcFirstLastPara="1" rIns="0" wrap="square" tIns="0">
            <a:spAutoFit/>
          </a:bodyPr>
          <a:lstStyle>
            <a:lvl1pPr lvl="0">
              <a:spcBef>
                <a:spcPts val="0"/>
              </a:spcBef>
              <a:spcAft>
                <a:spcPts val="0"/>
              </a:spcAft>
              <a:buNone/>
              <a:defRPr sz="2400"/>
            </a:lvl1pPr>
            <a:lvl2pPr lvl="1">
              <a:spcBef>
                <a:spcPts val="0"/>
              </a:spcBef>
              <a:spcAft>
                <a:spcPts val="0"/>
              </a:spcAft>
              <a:buNone/>
              <a:defRPr sz="2400"/>
            </a:lvl2pPr>
            <a:lvl3pPr lvl="2">
              <a:spcBef>
                <a:spcPts val="0"/>
              </a:spcBef>
              <a:spcAft>
                <a:spcPts val="0"/>
              </a:spcAft>
              <a:buNone/>
              <a:defRPr sz="2400"/>
            </a:lvl3pPr>
            <a:lvl4pPr lvl="3">
              <a:spcBef>
                <a:spcPts val="0"/>
              </a:spcBef>
              <a:spcAft>
                <a:spcPts val="0"/>
              </a:spcAft>
              <a:buNone/>
              <a:defRPr sz="2400"/>
            </a:lvl4pPr>
            <a:lvl5pPr lvl="4">
              <a:spcBef>
                <a:spcPts val="0"/>
              </a:spcBef>
              <a:spcAft>
                <a:spcPts val="0"/>
              </a:spcAft>
              <a:buNone/>
              <a:defRPr sz="2400"/>
            </a:lvl5pPr>
            <a:lvl6pPr lvl="5">
              <a:spcBef>
                <a:spcPts val="0"/>
              </a:spcBef>
              <a:spcAft>
                <a:spcPts val="0"/>
              </a:spcAft>
              <a:buNone/>
              <a:defRPr sz="2400"/>
            </a:lvl6pPr>
            <a:lvl7pPr lvl="6">
              <a:spcBef>
                <a:spcPts val="0"/>
              </a:spcBef>
              <a:spcAft>
                <a:spcPts val="0"/>
              </a:spcAft>
              <a:buNone/>
              <a:defRPr sz="2400"/>
            </a:lvl7pPr>
            <a:lvl8pPr lvl="7">
              <a:spcBef>
                <a:spcPts val="0"/>
              </a:spcBef>
              <a:spcAft>
                <a:spcPts val="0"/>
              </a:spcAft>
              <a:buNone/>
              <a:defRPr sz="2400"/>
            </a:lvl8pPr>
            <a:lvl9pPr lvl="8">
              <a:spcBef>
                <a:spcPts val="0"/>
              </a:spcBef>
              <a:spcAft>
                <a:spcPts val="0"/>
              </a:spcAft>
              <a:buNone/>
              <a:defRPr sz="2400"/>
            </a:lvl9pPr>
          </a:lstStyle>
          <a:p/>
        </p:txBody>
      </p:sp>
      <p:sp>
        <p:nvSpPr>
          <p:cNvPr id="145" name="Google Shape;145;p21"/>
          <p:cNvSpPr txBox="1"/>
          <p:nvPr>
            <p:ph idx="5" type="subTitle"/>
          </p:nvPr>
        </p:nvSpPr>
        <p:spPr>
          <a:xfrm>
            <a:off x="228600" y="3739100"/>
            <a:ext cx="2336400" cy="172200"/>
          </a:xfrm>
          <a:prstGeom prst="rect">
            <a:avLst/>
          </a:prstGeom>
        </p:spPr>
        <p:txBody>
          <a:bodyPr anchorCtr="0" anchor="ctr"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Alt 3">
  <p:cSld name="CUSTOM_8_1_1_1_1_1_1_1_1_1_1_1_1_1_1_1_1_1_1_1_1_1">
    <p:spTree>
      <p:nvGrpSpPr>
        <p:cNvPr id="146" name="Shape 146"/>
        <p:cNvGrpSpPr/>
        <p:nvPr/>
      </p:nvGrpSpPr>
      <p:grpSpPr>
        <a:xfrm>
          <a:off x="0" y="0"/>
          <a:ext cx="0" cy="0"/>
          <a:chOff x="0" y="0"/>
          <a:chExt cx="0" cy="0"/>
        </a:xfrm>
      </p:grpSpPr>
      <p:sp>
        <p:nvSpPr>
          <p:cNvPr id="147" name="Google Shape;147;p22"/>
          <p:cNvSpPr/>
          <p:nvPr/>
        </p:nvSpPr>
        <p:spPr>
          <a:xfrm>
            <a:off x="0" y="0"/>
            <a:ext cx="3776100" cy="3776100"/>
          </a:xfrm>
          <a:prstGeom prst="rect">
            <a:avLst/>
          </a:prstGeom>
          <a:gradFill>
            <a:gsLst>
              <a:gs pos="0">
                <a:schemeClr val="accent6"/>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148" name="Google Shape;148;p22"/>
          <p:cNvSpPr/>
          <p:nvPr/>
        </p:nvSpPr>
        <p:spPr>
          <a:xfrm rot="10800000">
            <a:off x="4619975" y="250"/>
            <a:ext cx="4520100" cy="5147700"/>
          </a:xfrm>
          <a:prstGeom prst="rect">
            <a:avLst/>
          </a:prstGeom>
          <a:gradFill>
            <a:gsLst>
              <a:gs pos="0">
                <a:schemeClr val="accent6"/>
              </a:gs>
              <a:gs pos="100000">
                <a:schemeClr val="lt2"/>
              </a:gs>
            </a:gsLst>
            <a:lin ang="54007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149" name="Google Shape;149;p22"/>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150" name="Google Shape;150;p22"/>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151" name="Google Shape;151;p22"/>
          <p:cNvSpPr txBox="1"/>
          <p:nvPr>
            <p:ph idx="3" type="title"/>
          </p:nvPr>
        </p:nvSpPr>
        <p:spPr>
          <a:xfrm>
            <a:off x="228600" y="457200"/>
            <a:ext cx="34326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152" name="Google Shape;152;p22"/>
          <p:cNvSpPr txBox="1"/>
          <p:nvPr>
            <p:ph idx="1" type="subTitle"/>
          </p:nvPr>
        </p:nvSpPr>
        <p:spPr>
          <a:xfrm>
            <a:off x="230075" y="882000"/>
            <a:ext cx="3716700" cy="1122000"/>
          </a:xfrm>
          <a:prstGeom prst="rect">
            <a:avLst/>
          </a:prstGeom>
        </p:spPr>
        <p:txBody>
          <a:bodyPr anchorCtr="0" anchor="t" bIns="0" lIns="0" spcFirstLastPara="1" rIns="0" wrap="square" tIns="0">
            <a:spAutoFit/>
          </a:bodyPr>
          <a:lstStyle>
            <a:lvl1pPr lvl="0">
              <a:spcBef>
                <a:spcPts val="0"/>
              </a:spcBef>
              <a:spcAft>
                <a:spcPts val="0"/>
              </a:spcAft>
              <a:buNone/>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153" name="Google Shape;153;p22"/>
          <p:cNvSpPr txBox="1"/>
          <p:nvPr>
            <p:ph idx="4" type="body"/>
          </p:nvPr>
        </p:nvSpPr>
        <p:spPr>
          <a:xfrm>
            <a:off x="230075" y="3492500"/>
            <a:ext cx="3462600" cy="7140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154" name="Google Shape;154;p22"/>
          <p:cNvSpPr/>
          <p:nvPr>
            <p:ph idx="5" type="pic"/>
          </p:nvPr>
        </p:nvSpPr>
        <p:spPr>
          <a:xfrm>
            <a:off x="5520400" y="921875"/>
            <a:ext cx="2724900" cy="3293100"/>
          </a:xfrm>
          <a:prstGeom prst="rect">
            <a:avLst/>
          </a:prstGeom>
          <a:noFill/>
          <a:ln>
            <a:noFill/>
          </a:ln>
        </p:spPr>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 Alt 2">
  <p:cSld name="CUSTOM_8_1_1_1_1_1_1_1_1_1_1_1_1_1_1_1_1_1_1_1_1_1_1">
    <p:spTree>
      <p:nvGrpSpPr>
        <p:cNvPr id="155" name="Shape 155"/>
        <p:cNvGrpSpPr/>
        <p:nvPr/>
      </p:nvGrpSpPr>
      <p:grpSpPr>
        <a:xfrm>
          <a:off x="0" y="0"/>
          <a:ext cx="0" cy="0"/>
          <a:chOff x="0" y="0"/>
          <a:chExt cx="0" cy="0"/>
        </a:xfrm>
      </p:grpSpPr>
      <p:sp>
        <p:nvSpPr>
          <p:cNvPr id="156" name="Google Shape;156;p23"/>
          <p:cNvSpPr/>
          <p:nvPr/>
        </p:nvSpPr>
        <p:spPr>
          <a:xfrm rot="8100000">
            <a:off x="1338758" y="1905656"/>
            <a:ext cx="6464087" cy="6464087"/>
          </a:xfrm>
          <a:prstGeom prst="rtTriangle">
            <a:avLst/>
          </a:prstGeom>
          <a:gradFill>
            <a:gsLst>
              <a:gs pos="0">
                <a:schemeClr val="lt2"/>
              </a:gs>
              <a:gs pos="72000">
                <a:schemeClr val="l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Jost"/>
              <a:ea typeface="Jost"/>
              <a:cs typeface="Jost"/>
              <a:sym typeface="Jost"/>
            </a:endParaRPr>
          </a:p>
        </p:txBody>
      </p:sp>
      <p:sp>
        <p:nvSpPr>
          <p:cNvPr id="157" name="Google Shape;157;p23"/>
          <p:cNvSpPr/>
          <p:nvPr/>
        </p:nvSpPr>
        <p:spPr>
          <a:xfrm rot="-2700000">
            <a:off x="3109572" y="-1459928"/>
            <a:ext cx="2922755" cy="2922755"/>
          </a:xfrm>
          <a:prstGeom prst="rtTriangle">
            <a:avLst/>
          </a:prstGeom>
          <a:gradFill>
            <a:gsLst>
              <a:gs pos="0">
                <a:schemeClr val="accent5"/>
              </a:gs>
              <a:gs pos="72000">
                <a:schemeClr val="l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Jost"/>
              <a:ea typeface="Jost"/>
              <a:cs typeface="Jost"/>
              <a:sym typeface="Jost"/>
            </a:endParaRPr>
          </a:p>
        </p:txBody>
      </p:sp>
      <p:sp>
        <p:nvSpPr>
          <p:cNvPr id="158" name="Google Shape;158;p23"/>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159" name="Google Shape;159;p23"/>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160" name="Google Shape;160;p23"/>
          <p:cNvSpPr txBox="1"/>
          <p:nvPr>
            <p:ph idx="1" type="subTitle"/>
          </p:nvPr>
        </p:nvSpPr>
        <p:spPr>
          <a:xfrm>
            <a:off x="230075" y="1548047"/>
            <a:ext cx="4653900" cy="303900"/>
          </a:xfrm>
          <a:prstGeom prst="rect">
            <a:avLst/>
          </a:prstGeom>
        </p:spPr>
        <p:txBody>
          <a:bodyPr anchorCtr="0" anchor="ctr" bIns="0" lIns="0" spcFirstLastPara="1" rIns="0" wrap="square" tIns="0">
            <a:noAutofit/>
          </a:bodyPr>
          <a:lstStyle>
            <a:lvl1pPr lvl="0">
              <a:spcBef>
                <a:spcPts val="0"/>
              </a:spcBef>
              <a:spcAft>
                <a:spcPts val="0"/>
              </a:spcAft>
              <a:buNone/>
              <a:defRPr>
                <a:latin typeface="Jost"/>
                <a:ea typeface="Jost"/>
                <a:cs typeface="Jost"/>
                <a:sym typeface="Jost"/>
              </a:defRPr>
            </a:lvl1pPr>
            <a:lvl2pPr lvl="1">
              <a:spcBef>
                <a:spcPts val="0"/>
              </a:spcBef>
              <a:spcAft>
                <a:spcPts val="0"/>
              </a:spcAft>
              <a:buNone/>
              <a:defRPr>
                <a:latin typeface="Jost"/>
                <a:ea typeface="Jost"/>
                <a:cs typeface="Jost"/>
                <a:sym typeface="Jost"/>
              </a:defRPr>
            </a:lvl2pPr>
            <a:lvl3pPr lvl="2">
              <a:spcBef>
                <a:spcPts val="0"/>
              </a:spcBef>
              <a:spcAft>
                <a:spcPts val="0"/>
              </a:spcAft>
              <a:buNone/>
              <a:defRPr>
                <a:latin typeface="Jost"/>
                <a:ea typeface="Jost"/>
                <a:cs typeface="Jost"/>
                <a:sym typeface="Jost"/>
              </a:defRPr>
            </a:lvl3pPr>
            <a:lvl4pPr lvl="3">
              <a:spcBef>
                <a:spcPts val="0"/>
              </a:spcBef>
              <a:spcAft>
                <a:spcPts val="0"/>
              </a:spcAft>
              <a:buNone/>
              <a:defRPr>
                <a:latin typeface="Jost"/>
                <a:ea typeface="Jost"/>
                <a:cs typeface="Jost"/>
                <a:sym typeface="Jost"/>
              </a:defRPr>
            </a:lvl4pPr>
            <a:lvl5pPr lvl="4">
              <a:spcBef>
                <a:spcPts val="0"/>
              </a:spcBef>
              <a:spcAft>
                <a:spcPts val="0"/>
              </a:spcAft>
              <a:buNone/>
              <a:defRPr>
                <a:latin typeface="Jost"/>
                <a:ea typeface="Jost"/>
                <a:cs typeface="Jost"/>
                <a:sym typeface="Jost"/>
              </a:defRPr>
            </a:lvl5pPr>
            <a:lvl6pPr lvl="5">
              <a:spcBef>
                <a:spcPts val="0"/>
              </a:spcBef>
              <a:spcAft>
                <a:spcPts val="0"/>
              </a:spcAft>
              <a:buNone/>
              <a:defRPr>
                <a:latin typeface="Jost"/>
                <a:ea typeface="Jost"/>
                <a:cs typeface="Jost"/>
                <a:sym typeface="Jost"/>
              </a:defRPr>
            </a:lvl6pPr>
            <a:lvl7pPr lvl="6">
              <a:spcBef>
                <a:spcPts val="0"/>
              </a:spcBef>
              <a:spcAft>
                <a:spcPts val="0"/>
              </a:spcAft>
              <a:buNone/>
              <a:defRPr>
                <a:latin typeface="Jost"/>
                <a:ea typeface="Jost"/>
                <a:cs typeface="Jost"/>
                <a:sym typeface="Jost"/>
              </a:defRPr>
            </a:lvl7pPr>
            <a:lvl8pPr lvl="7">
              <a:spcBef>
                <a:spcPts val="0"/>
              </a:spcBef>
              <a:spcAft>
                <a:spcPts val="0"/>
              </a:spcAft>
              <a:buNone/>
              <a:defRPr>
                <a:latin typeface="Jost"/>
                <a:ea typeface="Jost"/>
                <a:cs typeface="Jost"/>
                <a:sym typeface="Jost"/>
              </a:defRPr>
            </a:lvl8pPr>
            <a:lvl9pPr lvl="8">
              <a:spcBef>
                <a:spcPts val="0"/>
              </a:spcBef>
              <a:spcAft>
                <a:spcPts val="0"/>
              </a:spcAft>
              <a:buNone/>
              <a:defRPr>
                <a:latin typeface="Jost"/>
                <a:ea typeface="Jost"/>
                <a:cs typeface="Jost"/>
                <a:sym typeface="Jost"/>
              </a:defRPr>
            </a:lvl9pPr>
          </a:lstStyle>
          <a:p/>
        </p:txBody>
      </p:sp>
      <p:sp>
        <p:nvSpPr>
          <p:cNvPr id="161" name="Google Shape;161;p23"/>
          <p:cNvSpPr txBox="1"/>
          <p:nvPr>
            <p:ph idx="3" type="title"/>
          </p:nvPr>
        </p:nvSpPr>
        <p:spPr>
          <a:xfrm>
            <a:off x="228600" y="1960022"/>
            <a:ext cx="7224600" cy="1265100"/>
          </a:xfrm>
          <a:prstGeom prst="rect">
            <a:avLst/>
          </a:prstGeom>
        </p:spPr>
        <p:txBody>
          <a:bodyPr anchorCtr="0" anchor="t" bIns="0" lIns="0" spcFirstLastPara="1" rIns="0" wrap="square" tIns="0">
            <a:noAutofit/>
          </a:bodyPr>
          <a:lstStyle>
            <a:lvl1pPr lvl="0">
              <a:lnSpc>
                <a:spcPct val="90000"/>
              </a:lnSpc>
              <a:spcBef>
                <a:spcPts val="0"/>
              </a:spcBef>
              <a:spcAft>
                <a:spcPts val="0"/>
              </a:spcAft>
              <a:buNone/>
              <a:defRPr sz="4500"/>
            </a:lvl1pPr>
            <a:lvl2pPr lvl="1">
              <a:lnSpc>
                <a:spcPct val="90000"/>
              </a:lnSpc>
              <a:spcBef>
                <a:spcPts val="0"/>
              </a:spcBef>
              <a:spcAft>
                <a:spcPts val="0"/>
              </a:spcAft>
              <a:buClr>
                <a:schemeClr val="dk1"/>
              </a:buClr>
              <a:buSzPts val="4500"/>
              <a:buFont typeface="Figtree"/>
              <a:buNone/>
              <a:defRPr sz="4500">
                <a:solidFill>
                  <a:schemeClr val="dk1"/>
                </a:solidFill>
                <a:latin typeface="Figtree"/>
                <a:ea typeface="Figtree"/>
                <a:cs typeface="Figtree"/>
                <a:sym typeface="Figtree"/>
              </a:defRPr>
            </a:lvl2pPr>
            <a:lvl3pPr lvl="2">
              <a:lnSpc>
                <a:spcPct val="90000"/>
              </a:lnSpc>
              <a:spcBef>
                <a:spcPts val="0"/>
              </a:spcBef>
              <a:spcAft>
                <a:spcPts val="0"/>
              </a:spcAft>
              <a:buClr>
                <a:schemeClr val="dk1"/>
              </a:buClr>
              <a:buSzPts val="4500"/>
              <a:buFont typeface="Figtree"/>
              <a:buNone/>
              <a:defRPr sz="4500">
                <a:solidFill>
                  <a:schemeClr val="dk1"/>
                </a:solidFill>
                <a:latin typeface="Figtree"/>
                <a:ea typeface="Figtree"/>
                <a:cs typeface="Figtree"/>
                <a:sym typeface="Figtree"/>
              </a:defRPr>
            </a:lvl3pPr>
            <a:lvl4pPr lvl="3">
              <a:lnSpc>
                <a:spcPct val="90000"/>
              </a:lnSpc>
              <a:spcBef>
                <a:spcPts val="0"/>
              </a:spcBef>
              <a:spcAft>
                <a:spcPts val="0"/>
              </a:spcAft>
              <a:buClr>
                <a:schemeClr val="dk1"/>
              </a:buClr>
              <a:buSzPts val="4500"/>
              <a:buFont typeface="Figtree"/>
              <a:buNone/>
              <a:defRPr sz="4500">
                <a:solidFill>
                  <a:schemeClr val="dk1"/>
                </a:solidFill>
                <a:latin typeface="Figtree"/>
                <a:ea typeface="Figtree"/>
                <a:cs typeface="Figtree"/>
                <a:sym typeface="Figtree"/>
              </a:defRPr>
            </a:lvl4pPr>
            <a:lvl5pPr lvl="4">
              <a:lnSpc>
                <a:spcPct val="90000"/>
              </a:lnSpc>
              <a:spcBef>
                <a:spcPts val="0"/>
              </a:spcBef>
              <a:spcAft>
                <a:spcPts val="0"/>
              </a:spcAft>
              <a:buClr>
                <a:schemeClr val="dk1"/>
              </a:buClr>
              <a:buSzPts val="4500"/>
              <a:buFont typeface="Figtree"/>
              <a:buNone/>
              <a:defRPr sz="4500">
                <a:solidFill>
                  <a:schemeClr val="dk1"/>
                </a:solidFill>
                <a:latin typeface="Figtree"/>
                <a:ea typeface="Figtree"/>
                <a:cs typeface="Figtree"/>
                <a:sym typeface="Figtree"/>
              </a:defRPr>
            </a:lvl5pPr>
            <a:lvl6pPr lvl="5">
              <a:lnSpc>
                <a:spcPct val="90000"/>
              </a:lnSpc>
              <a:spcBef>
                <a:spcPts val="0"/>
              </a:spcBef>
              <a:spcAft>
                <a:spcPts val="0"/>
              </a:spcAft>
              <a:buClr>
                <a:schemeClr val="dk1"/>
              </a:buClr>
              <a:buSzPts val="4500"/>
              <a:buFont typeface="Figtree"/>
              <a:buNone/>
              <a:defRPr sz="4500">
                <a:solidFill>
                  <a:schemeClr val="dk1"/>
                </a:solidFill>
                <a:latin typeface="Figtree"/>
                <a:ea typeface="Figtree"/>
                <a:cs typeface="Figtree"/>
                <a:sym typeface="Figtree"/>
              </a:defRPr>
            </a:lvl6pPr>
            <a:lvl7pPr lvl="6">
              <a:lnSpc>
                <a:spcPct val="90000"/>
              </a:lnSpc>
              <a:spcBef>
                <a:spcPts val="0"/>
              </a:spcBef>
              <a:spcAft>
                <a:spcPts val="0"/>
              </a:spcAft>
              <a:buClr>
                <a:schemeClr val="dk1"/>
              </a:buClr>
              <a:buSzPts val="4500"/>
              <a:buFont typeface="Figtree"/>
              <a:buNone/>
              <a:defRPr sz="4500">
                <a:solidFill>
                  <a:schemeClr val="dk1"/>
                </a:solidFill>
                <a:latin typeface="Figtree"/>
                <a:ea typeface="Figtree"/>
                <a:cs typeface="Figtree"/>
                <a:sym typeface="Figtree"/>
              </a:defRPr>
            </a:lvl7pPr>
            <a:lvl8pPr lvl="7">
              <a:lnSpc>
                <a:spcPct val="90000"/>
              </a:lnSpc>
              <a:spcBef>
                <a:spcPts val="0"/>
              </a:spcBef>
              <a:spcAft>
                <a:spcPts val="0"/>
              </a:spcAft>
              <a:buClr>
                <a:schemeClr val="dk1"/>
              </a:buClr>
              <a:buSzPts val="4500"/>
              <a:buFont typeface="Figtree"/>
              <a:buNone/>
              <a:defRPr sz="4500">
                <a:solidFill>
                  <a:schemeClr val="dk1"/>
                </a:solidFill>
                <a:latin typeface="Figtree"/>
                <a:ea typeface="Figtree"/>
                <a:cs typeface="Figtree"/>
                <a:sym typeface="Figtree"/>
              </a:defRPr>
            </a:lvl8pPr>
            <a:lvl9pPr lvl="8">
              <a:lnSpc>
                <a:spcPct val="90000"/>
              </a:lnSpc>
              <a:spcBef>
                <a:spcPts val="0"/>
              </a:spcBef>
              <a:spcAft>
                <a:spcPts val="0"/>
              </a:spcAft>
              <a:buClr>
                <a:schemeClr val="dk1"/>
              </a:buClr>
              <a:buSzPts val="4500"/>
              <a:buFont typeface="Figtree"/>
              <a:buNone/>
              <a:defRPr sz="4500">
                <a:solidFill>
                  <a:schemeClr val="dk1"/>
                </a:solidFill>
                <a:latin typeface="Figtree"/>
                <a:ea typeface="Figtree"/>
                <a:cs typeface="Figtree"/>
                <a:sym typeface="Figtre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rt">
  <p:cSld name="CUSTOM_8_1_1_1_1_1_1_1_1_1_1_1_1_1_1_1_1_1_1_1_1_1_1_1">
    <p:spTree>
      <p:nvGrpSpPr>
        <p:cNvPr id="162" name="Shape 162"/>
        <p:cNvGrpSpPr/>
        <p:nvPr/>
      </p:nvGrpSpPr>
      <p:grpSpPr>
        <a:xfrm>
          <a:off x="0" y="0"/>
          <a:ext cx="0" cy="0"/>
          <a:chOff x="0" y="0"/>
          <a:chExt cx="0" cy="0"/>
        </a:xfrm>
      </p:grpSpPr>
      <p:sp>
        <p:nvSpPr>
          <p:cNvPr id="163" name="Google Shape;163;p24"/>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164" name="Google Shape;164;p24"/>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165" name="Google Shape;165;p24"/>
          <p:cNvSpPr txBox="1"/>
          <p:nvPr>
            <p:ph idx="3" type="title"/>
          </p:nvPr>
        </p:nvSpPr>
        <p:spPr>
          <a:xfrm>
            <a:off x="228600" y="457200"/>
            <a:ext cx="41604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166" name="Google Shape;166;p24"/>
          <p:cNvSpPr txBox="1"/>
          <p:nvPr>
            <p:ph idx="1" type="subTitle"/>
          </p:nvPr>
        </p:nvSpPr>
        <p:spPr>
          <a:xfrm>
            <a:off x="1638400" y="1547558"/>
            <a:ext cx="1372500" cy="431700"/>
          </a:xfrm>
          <a:prstGeom prst="rect">
            <a:avLst/>
          </a:prstGeom>
        </p:spPr>
        <p:txBody>
          <a:bodyPr anchorCtr="0" anchor="ctr" bIns="0" lIns="0" spcFirstLastPara="1" rIns="0" wrap="square" tIns="0">
            <a:noAutofit/>
          </a:bodyPr>
          <a:lstStyle>
            <a:lvl1pPr lvl="0" algn="ctr">
              <a:spcBef>
                <a:spcPts val="0"/>
              </a:spcBef>
              <a:spcAft>
                <a:spcPts val="0"/>
              </a:spcAft>
              <a:buNone/>
              <a:defRPr sz="1200"/>
            </a:lvl1pPr>
            <a:lvl2pPr lvl="1" algn="ctr">
              <a:spcBef>
                <a:spcPts val="0"/>
              </a:spcBef>
              <a:spcAft>
                <a:spcPts val="0"/>
              </a:spcAft>
              <a:buNone/>
              <a:defRPr sz="1200"/>
            </a:lvl2pPr>
            <a:lvl3pPr lvl="2" algn="ctr">
              <a:spcBef>
                <a:spcPts val="0"/>
              </a:spcBef>
              <a:spcAft>
                <a:spcPts val="0"/>
              </a:spcAft>
              <a:buNone/>
              <a:defRPr sz="1200"/>
            </a:lvl3pPr>
            <a:lvl4pPr lvl="3" algn="ctr">
              <a:spcBef>
                <a:spcPts val="0"/>
              </a:spcBef>
              <a:spcAft>
                <a:spcPts val="0"/>
              </a:spcAft>
              <a:buNone/>
              <a:defRPr sz="1200"/>
            </a:lvl4pPr>
            <a:lvl5pPr lvl="4" algn="ctr">
              <a:spcBef>
                <a:spcPts val="0"/>
              </a:spcBef>
              <a:spcAft>
                <a:spcPts val="0"/>
              </a:spcAft>
              <a:buNone/>
              <a:defRPr sz="1200"/>
            </a:lvl5pPr>
            <a:lvl6pPr lvl="5" algn="ctr">
              <a:spcBef>
                <a:spcPts val="0"/>
              </a:spcBef>
              <a:spcAft>
                <a:spcPts val="0"/>
              </a:spcAft>
              <a:buNone/>
              <a:defRPr sz="1200"/>
            </a:lvl6pPr>
            <a:lvl7pPr lvl="6" algn="ctr">
              <a:spcBef>
                <a:spcPts val="0"/>
              </a:spcBef>
              <a:spcAft>
                <a:spcPts val="0"/>
              </a:spcAft>
              <a:buNone/>
              <a:defRPr sz="1200"/>
            </a:lvl7pPr>
            <a:lvl8pPr lvl="7" algn="ctr">
              <a:spcBef>
                <a:spcPts val="0"/>
              </a:spcBef>
              <a:spcAft>
                <a:spcPts val="0"/>
              </a:spcAft>
              <a:buNone/>
              <a:defRPr sz="1200"/>
            </a:lvl8pPr>
            <a:lvl9pPr lvl="8" algn="ctr">
              <a:spcBef>
                <a:spcPts val="0"/>
              </a:spcBef>
              <a:spcAft>
                <a:spcPts val="0"/>
              </a:spcAft>
              <a:buNone/>
              <a:defRPr sz="1200"/>
            </a:lvl9pPr>
          </a:lstStyle>
          <a:p/>
        </p:txBody>
      </p:sp>
      <p:sp>
        <p:nvSpPr>
          <p:cNvPr id="167" name="Google Shape;167;p24"/>
          <p:cNvSpPr txBox="1"/>
          <p:nvPr>
            <p:ph idx="4" type="subTitle"/>
          </p:nvPr>
        </p:nvSpPr>
        <p:spPr>
          <a:xfrm>
            <a:off x="3099713" y="1547558"/>
            <a:ext cx="1372500" cy="431700"/>
          </a:xfrm>
          <a:prstGeom prst="rect">
            <a:avLst/>
          </a:prstGeom>
        </p:spPr>
        <p:txBody>
          <a:bodyPr anchorCtr="0" anchor="ctr" bIns="0" lIns="0" spcFirstLastPara="1" rIns="0" wrap="square" tIns="0">
            <a:noAutofit/>
          </a:bodyPr>
          <a:lstStyle>
            <a:lvl1pPr lvl="0" algn="ctr">
              <a:spcBef>
                <a:spcPts val="0"/>
              </a:spcBef>
              <a:spcAft>
                <a:spcPts val="0"/>
              </a:spcAft>
              <a:buNone/>
              <a:defRPr sz="1200"/>
            </a:lvl1pPr>
            <a:lvl2pPr lvl="1" algn="ctr">
              <a:spcBef>
                <a:spcPts val="0"/>
              </a:spcBef>
              <a:spcAft>
                <a:spcPts val="0"/>
              </a:spcAft>
              <a:buNone/>
              <a:defRPr sz="1200"/>
            </a:lvl2pPr>
            <a:lvl3pPr lvl="2" algn="ctr">
              <a:spcBef>
                <a:spcPts val="0"/>
              </a:spcBef>
              <a:spcAft>
                <a:spcPts val="0"/>
              </a:spcAft>
              <a:buNone/>
              <a:defRPr sz="1200"/>
            </a:lvl3pPr>
            <a:lvl4pPr lvl="3" algn="ctr">
              <a:spcBef>
                <a:spcPts val="0"/>
              </a:spcBef>
              <a:spcAft>
                <a:spcPts val="0"/>
              </a:spcAft>
              <a:buNone/>
              <a:defRPr sz="1200"/>
            </a:lvl4pPr>
            <a:lvl5pPr lvl="4" algn="ctr">
              <a:spcBef>
                <a:spcPts val="0"/>
              </a:spcBef>
              <a:spcAft>
                <a:spcPts val="0"/>
              </a:spcAft>
              <a:buNone/>
              <a:defRPr sz="1200"/>
            </a:lvl5pPr>
            <a:lvl6pPr lvl="5" algn="ctr">
              <a:spcBef>
                <a:spcPts val="0"/>
              </a:spcBef>
              <a:spcAft>
                <a:spcPts val="0"/>
              </a:spcAft>
              <a:buNone/>
              <a:defRPr sz="1200"/>
            </a:lvl6pPr>
            <a:lvl7pPr lvl="6" algn="ctr">
              <a:spcBef>
                <a:spcPts val="0"/>
              </a:spcBef>
              <a:spcAft>
                <a:spcPts val="0"/>
              </a:spcAft>
              <a:buNone/>
              <a:defRPr sz="1200"/>
            </a:lvl7pPr>
            <a:lvl8pPr lvl="7" algn="ctr">
              <a:spcBef>
                <a:spcPts val="0"/>
              </a:spcBef>
              <a:spcAft>
                <a:spcPts val="0"/>
              </a:spcAft>
              <a:buNone/>
              <a:defRPr sz="1200"/>
            </a:lvl8pPr>
            <a:lvl9pPr lvl="8" algn="ctr">
              <a:spcBef>
                <a:spcPts val="0"/>
              </a:spcBef>
              <a:spcAft>
                <a:spcPts val="0"/>
              </a:spcAft>
              <a:buNone/>
              <a:defRPr sz="1200"/>
            </a:lvl9pPr>
          </a:lstStyle>
          <a:p/>
        </p:txBody>
      </p:sp>
      <p:sp>
        <p:nvSpPr>
          <p:cNvPr id="168" name="Google Shape;168;p24"/>
          <p:cNvSpPr txBox="1"/>
          <p:nvPr>
            <p:ph idx="5" type="subTitle"/>
          </p:nvPr>
        </p:nvSpPr>
        <p:spPr>
          <a:xfrm>
            <a:off x="4563613" y="1547558"/>
            <a:ext cx="1372500" cy="431700"/>
          </a:xfrm>
          <a:prstGeom prst="rect">
            <a:avLst/>
          </a:prstGeom>
        </p:spPr>
        <p:txBody>
          <a:bodyPr anchorCtr="0" anchor="ctr" bIns="0" lIns="0" spcFirstLastPara="1" rIns="0" wrap="square" tIns="0">
            <a:noAutofit/>
          </a:bodyPr>
          <a:lstStyle>
            <a:lvl1pPr lvl="0" algn="ctr">
              <a:spcBef>
                <a:spcPts val="0"/>
              </a:spcBef>
              <a:spcAft>
                <a:spcPts val="0"/>
              </a:spcAft>
              <a:buNone/>
              <a:defRPr sz="1200"/>
            </a:lvl1pPr>
            <a:lvl2pPr lvl="1" algn="ctr">
              <a:spcBef>
                <a:spcPts val="0"/>
              </a:spcBef>
              <a:spcAft>
                <a:spcPts val="0"/>
              </a:spcAft>
              <a:buNone/>
              <a:defRPr sz="1200"/>
            </a:lvl2pPr>
            <a:lvl3pPr lvl="2" algn="ctr">
              <a:spcBef>
                <a:spcPts val="0"/>
              </a:spcBef>
              <a:spcAft>
                <a:spcPts val="0"/>
              </a:spcAft>
              <a:buNone/>
              <a:defRPr sz="1200"/>
            </a:lvl3pPr>
            <a:lvl4pPr lvl="3" algn="ctr">
              <a:spcBef>
                <a:spcPts val="0"/>
              </a:spcBef>
              <a:spcAft>
                <a:spcPts val="0"/>
              </a:spcAft>
              <a:buNone/>
              <a:defRPr sz="1200"/>
            </a:lvl4pPr>
            <a:lvl5pPr lvl="4" algn="ctr">
              <a:spcBef>
                <a:spcPts val="0"/>
              </a:spcBef>
              <a:spcAft>
                <a:spcPts val="0"/>
              </a:spcAft>
              <a:buNone/>
              <a:defRPr sz="1200"/>
            </a:lvl5pPr>
            <a:lvl6pPr lvl="5" algn="ctr">
              <a:spcBef>
                <a:spcPts val="0"/>
              </a:spcBef>
              <a:spcAft>
                <a:spcPts val="0"/>
              </a:spcAft>
              <a:buNone/>
              <a:defRPr sz="1200"/>
            </a:lvl6pPr>
            <a:lvl7pPr lvl="6" algn="ctr">
              <a:spcBef>
                <a:spcPts val="0"/>
              </a:spcBef>
              <a:spcAft>
                <a:spcPts val="0"/>
              </a:spcAft>
              <a:buNone/>
              <a:defRPr sz="1200"/>
            </a:lvl7pPr>
            <a:lvl8pPr lvl="7" algn="ctr">
              <a:spcBef>
                <a:spcPts val="0"/>
              </a:spcBef>
              <a:spcAft>
                <a:spcPts val="0"/>
              </a:spcAft>
              <a:buNone/>
              <a:defRPr sz="1200"/>
            </a:lvl8pPr>
            <a:lvl9pPr lvl="8" algn="ctr">
              <a:spcBef>
                <a:spcPts val="0"/>
              </a:spcBef>
              <a:spcAft>
                <a:spcPts val="0"/>
              </a:spcAft>
              <a:buNone/>
              <a:defRPr sz="1200"/>
            </a:lvl9pPr>
          </a:lstStyle>
          <a:p/>
        </p:txBody>
      </p:sp>
      <p:sp>
        <p:nvSpPr>
          <p:cNvPr id="169" name="Google Shape;169;p24"/>
          <p:cNvSpPr txBox="1"/>
          <p:nvPr>
            <p:ph idx="6" type="subTitle"/>
          </p:nvPr>
        </p:nvSpPr>
        <p:spPr>
          <a:xfrm>
            <a:off x="6024925" y="1547558"/>
            <a:ext cx="1372500" cy="431700"/>
          </a:xfrm>
          <a:prstGeom prst="rect">
            <a:avLst/>
          </a:prstGeom>
        </p:spPr>
        <p:txBody>
          <a:bodyPr anchorCtr="0" anchor="ctr" bIns="0" lIns="0" spcFirstLastPara="1" rIns="0" wrap="square" tIns="0">
            <a:noAutofit/>
          </a:bodyPr>
          <a:lstStyle>
            <a:lvl1pPr lvl="0" algn="ctr">
              <a:spcBef>
                <a:spcPts val="0"/>
              </a:spcBef>
              <a:spcAft>
                <a:spcPts val="0"/>
              </a:spcAft>
              <a:buNone/>
              <a:defRPr sz="1200"/>
            </a:lvl1pPr>
            <a:lvl2pPr lvl="1" algn="ctr">
              <a:spcBef>
                <a:spcPts val="0"/>
              </a:spcBef>
              <a:spcAft>
                <a:spcPts val="0"/>
              </a:spcAft>
              <a:buNone/>
              <a:defRPr sz="1200"/>
            </a:lvl2pPr>
            <a:lvl3pPr lvl="2" algn="ctr">
              <a:spcBef>
                <a:spcPts val="0"/>
              </a:spcBef>
              <a:spcAft>
                <a:spcPts val="0"/>
              </a:spcAft>
              <a:buNone/>
              <a:defRPr sz="1200"/>
            </a:lvl3pPr>
            <a:lvl4pPr lvl="3" algn="ctr">
              <a:spcBef>
                <a:spcPts val="0"/>
              </a:spcBef>
              <a:spcAft>
                <a:spcPts val="0"/>
              </a:spcAft>
              <a:buNone/>
              <a:defRPr sz="1200"/>
            </a:lvl4pPr>
            <a:lvl5pPr lvl="4" algn="ctr">
              <a:spcBef>
                <a:spcPts val="0"/>
              </a:spcBef>
              <a:spcAft>
                <a:spcPts val="0"/>
              </a:spcAft>
              <a:buNone/>
              <a:defRPr sz="1200"/>
            </a:lvl5pPr>
            <a:lvl6pPr lvl="5" algn="ctr">
              <a:spcBef>
                <a:spcPts val="0"/>
              </a:spcBef>
              <a:spcAft>
                <a:spcPts val="0"/>
              </a:spcAft>
              <a:buNone/>
              <a:defRPr sz="1200"/>
            </a:lvl6pPr>
            <a:lvl7pPr lvl="6" algn="ctr">
              <a:spcBef>
                <a:spcPts val="0"/>
              </a:spcBef>
              <a:spcAft>
                <a:spcPts val="0"/>
              </a:spcAft>
              <a:buNone/>
              <a:defRPr sz="1200"/>
            </a:lvl7pPr>
            <a:lvl8pPr lvl="7" algn="ctr">
              <a:spcBef>
                <a:spcPts val="0"/>
              </a:spcBef>
              <a:spcAft>
                <a:spcPts val="0"/>
              </a:spcAft>
              <a:buNone/>
              <a:defRPr sz="1200"/>
            </a:lvl8pPr>
            <a:lvl9pPr lvl="8" algn="ctr">
              <a:spcBef>
                <a:spcPts val="0"/>
              </a:spcBef>
              <a:spcAft>
                <a:spcPts val="0"/>
              </a:spcAft>
              <a:buNone/>
              <a:defRPr sz="1200"/>
            </a:lvl9pPr>
          </a:lstStyle>
          <a:p/>
        </p:txBody>
      </p:sp>
      <p:sp>
        <p:nvSpPr>
          <p:cNvPr id="170" name="Google Shape;170;p24"/>
          <p:cNvSpPr txBox="1"/>
          <p:nvPr>
            <p:ph idx="7" type="subTitle"/>
          </p:nvPr>
        </p:nvSpPr>
        <p:spPr>
          <a:xfrm>
            <a:off x="7521175" y="1547546"/>
            <a:ext cx="1372500" cy="431700"/>
          </a:xfrm>
          <a:prstGeom prst="rect">
            <a:avLst/>
          </a:prstGeom>
        </p:spPr>
        <p:txBody>
          <a:bodyPr anchorCtr="0" anchor="ctr" bIns="0" lIns="0" spcFirstLastPara="1" rIns="0" wrap="square" tIns="0">
            <a:noAutofit/>
          </a:bodyPr>
          <a:lstStyle>
            <a:lvl1pPr lvl="0" algn="ctr">
              <a:spcBef>
                <a:spcPts val="0"/>
              </a:spcBef>
              <a:spcAft>
                <a:spcPts val="0"/>
              </a:spcAft>
              <a:buNone/>
              <a:defRPr sz="1200"/>
            </a:lvl1pPr>
            <a:lvl2pPr lvl="1" algn="ctr">
              <a:spcBef>
                <a:spcPts val="0"/>
              </a:spcBef>
              <a:spcAft>
                <a:spcPts val="0"/>
              </a:spcAft>
              <a:buNone/>
              <a:defRPr sz="1200"/>
            </a:lvl2pPr>
            <a:lvl3pPr lvl="2" algn="ctr">
              <a:spcBef>
                <a:spcPts val="0"/>
              </a:spcBef>
              <a:spcAft>
                <a:spcPts val="0"/>
              </a:spcAft>
              <a:buNone/>
              <a:defRPr sz="1200"/>
            </a:lvl3pPr>
            <a:lvl4pPr lvl="3" algn="ctr">
              <a:spcBef>
                <a:spcPts val="0"/>
              </a:spcBef>
              <a:spcAft>
                <a:spcPts val="0"/>
              </a:spcAft>
              <a:buNone/>
              <a:defRPr sz="1200"/>
            </a:lvl4pPr>
            <a:lvl5pPr lvl="4" algn="ctr">
              <a:spcBef>
                <a:spcPts val="0"/>
              </a:spcBef>
              <a:spcAft>
                <a:spcPts val="0"/>
              </a:spcAft>
              <a:buNone/>
              <a:defRPr sz="1200"/>
            </a:lvl5pPr>
            <a:lvl6pPr lvl="5" algn="ctr">
              <a:spcBef>
                <a:spcPts val="0"/>
              </a:spcBef>
              <a:spcAft>
                <a:spcPts val="0"/>
              </a:spcAft>
              <a:buNone/>
              <a:defRPr sz="1200"/>
            </a:lvl6pPr>
            <a:lvl7pPr lvl="6" algn="ctr">
              <a:spcBef>
                <a:spcPts val="0"/>
              </a:spcBef>
              <a:spcAft>
                <a:spcPts val="0"/>
              </a:spcAft>
              <a:buNone/>
              <a:defRPr sz="1200"/>
            </a:lvl7pPr>
            <a:lvl8pPr lvl="7" algn="ctr">
              <a:spcBef>
                <a:spcPts val="0"/>
              </a:spcBef>
              <a:spcAft>
                <a:spcPts val="0"/>
              </a:spcAft>
              <a:buNone/>
              <a:defRPr sz="1200"/>
            </a:lvl8pPr>
            <a:lvl9pPr lvl="8" algn="ctr">
              <a:spcBef>
                <a:spcPts val="0"/>
              </a:spcBef>
              <a:spcAft>
                <a:spcPts val="0"/>
              </a:spcAft>
              <a:buNone/>
              <a:defRPr sz="1200"/>
            </a:lvl9pPr>
          </a:lstStyle>
          <a:p/>
        </p:txBody>
      </p:sp>
      <p:sp>
        <p:nvSpPr>
          <p:cNvPr id="171" name="Google Shape;171;p24"/>
          <p:cNvSpPr txBox="1"/>
          <p:nvPr>
            <p:ph idx="8" type="subTitle"/>
          </p:nvPr>
        </p:nvSpPr>
        <p:spPr>
          <a:xfrm>
            <a:off x="381000" y="2131483"/>
            <a:ext cx="1105800" cy="431700"/>
          </a:xfrm>
          <a:prstGeom prst="rect">
            <a:avLst/>
          </a:prstGeom>
        </p:spPr>
        <p:txBody>
          <a:bodyPr anchorCtr="0" anchor="ctr" bIns="0" lIns="0" spcFirstLastPara="1" rIns="0" wrap="square" tIns="0">
            <a:noAutofit/>
          </a:bodyPr>
          <a:lstStyle>
            <a:lvl1pPr lvl="0">
              <a:spcBef>
                <a:spcPts val="0"/>
              </a:spcBef>
              <a:spcAft>
                <a:spcPts val="0"/>
              </a:spcAft>
              <a:buNone/>
              <a:defRPr sz="1200"/>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p:txBody>
      </p:sp>
      <p:sp>
        <p:nvSpPr>
          <p:cNvPr id="172" name="Google Shape;172;p24"/>
          <p:cNvSpPr txBox="1"/>
          <p:nvPr>
            <p:ph idx="9" type="subTitle"/>
          </p:nvPr>
        </p:nvSpPr>
        <p:spPr>
          <a:xfrm>
            <a:off x="381000" y="2687933"/>
            <a:ext cx="1105800" cy="431700"/>
          </a:xfrm>
          <a:prstGeom prst="rect">
            <a:avLst/>
          </a:prstGeom>
        </p:spPr>
        <p:txBody>
          <a:bodyPr anchorCtr="0" anchor="ctr" bIns="0" lIns="0" spcFirstLastPara="1" rIns="0" wrap="square" tIns="0">
            <a:noAutofit/>
          </a:bodyPr>
          <a:lstStyle>
            <a:lvl1pPr lvl="0">
              <a:spcBef>
                <a:spcPts val="0"/>
              </a:spcBef>
              <a:spcAft>
                <a:spcPts val="0"/>
              </a:spcAft>
              <a:buNone/>
              <a:defRPr sz="1200"/>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p:txBody>
      </p:sp>
      <p:sp>
        <p:nvSpPr>
          <p:cNvPr id="173" name="Google Shape;173;p24"/>
          <p:cNvSpPr txBox="1"/>
          <p:nvPr>
            <p:ph idx="13" type="subTitle"/>
          </p:nvPr>
        </p:nvSpPr>
        <p:spPr>
          <a:xfrm>
            <a:off x="381000" y="3238608"/>
            <a:ext cx="1105800" cy="431700"/>
          </a:xfrm>
          <a:prstGeom prst="rect">
            <a:avLst/>
          </a:prstGeom>
        </p:spPr>
        <p:txBody>
          <a:bodyPr anchorCtr="0" anchor="ctr" bIns="0" lIns="0" spcFirstLastPara="1" rIns="0" wrap="square" tIns="0">
            <a:noAutofit/>
          </a:bodyPr>
          <a:lstStyle>
            <a:lvl1pPr lvl="0">
              <a:spcBef>
                <a:spcPts val="0"/>
              </a:spcBef>
              <a:spcAft>
                <a:spcPts val="0"/>
              </a:spcAft>
              <a:buNone/>
              <a:defRPr sz="1200"/>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p:txBody>
      </p:sp>
      <p:sp>
        <p:nvSpPr>
          <p:cNvPr id="174" name="Google Shape;174;p24"/>
          <p:cNvSpPr txBox="1"/>
          <p:nvPr>
            <p:ph idx="14" type="subTitle"/>
          </p:nvPr>
        </p:nvSpPr>
        <p:spPr>
          <a:xfrm>
            <a:off x="381000" y="3795058"/>
            <a:ext cx="1105800" cy="431700"/>
          </a:xfrm>
          <a:prstGeom prst="rect">
            <a:avLst/>
          </a:prstGeom>
        </p:spPr>
        <p:txBody>
          <a:bodyPr anchorCtr="0" anchor="ctr" bIns="0" lIns="0" spcFirstLastPara="1" rIns="0" wrap="square" tIns="0">
            <a:noAutofit/>
          </a:bodyPr>
          <a:lstStyle>
            <a:lvl1pPr lvl="0">
              <a:spcBef>
                <a:spcPts val="0"/>
              </a:spcBef>
              <a:spcAft>
                <a:spcPts val="0"/>
              </a:spcAft>
              <a:buNone/>
              <a:defRPr sz="1200"/>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p:txBody>
      </p:sp>
      <p:sp>
        <p:nvSpPr>
          <p:cNvPr id="175" name="Google Shape;175;p24"/>
          <p:cNvSpPr txBox="1"/>
          <p:nvPr>
            <p:ph idx="15" type="subTitle"/>
          </p:nvPr>
        </p:nvSpPr>
        <p:spPr>
          <a:xfrm>
            <a:off x="381000" y="4351508"/>
            <a:ext cx="1105800" cy="431700"/>
          </a:xfrm>
          <a:prstGeom prst="rect">
            <a:avLst/>
          </a:prstGeom>
        </p:spPr>
        <p:txBody>
          <a:bodyPr anchorCtr="0" anchor="ctr" bIns="0" lIns="0" spcFirstLastPara="1" rIns="0" wrap="square" tIns="0">
            <a:noAutofit/>
          </a:bodyPr>
          <a:lstStyle>
            <a:lvl1pPr lvl="0">
              <a:spcBef>
                <a:spcPts val="0"/>
              </a:spcBef>
              <a:spcAft>
                <a:spcPts val="0"/>
              </a:spcAft>
              <a:buNone/>
              <a:defRPr sz="1200"/>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ersona - Alt 1">
  <p:cSld name="CUSTOM_8_1_1_1_1_1_1_1_1_1_1_1_1_1_1_1_1_1_1_1_1_1_1_1_2">
    <p:spTree>
      <p:nvGrpSpPr>
        <p:cNvPr id="176" name="Shape 176"/>
        <p:cNvGrpSpPr/>
        <p:nvPr/>
      </p:nvGrpSpPr>
      <p:grpSpPr>
        <a:xfrm>
          <a:off x="0" y="0"/>
          <a:ext cx="0" cy="0"/>
          <a:chOff x="0" y="0"/>
          <a:chExt cx="0" cy="0"/>
        </a:xfrm>
      </p:grpSpPr>
      <p:sp>
        <p:nvSpPr>
          <p:cNvPr id="177" name="Google Shape;177;p25"/>
          <p:cNvSpPr/>
          <p:nvPr/>
        </p:nvSpPr>
        <p:spPr>
          <a:xfrm flipH="1">
            <a:off x="6286500" y="0"/>
            <a:ext cx="2857500" cy="2857500"/>
          </a:xfrm>
          <a:prstGeom prst="rect">
            <a:avLst/>
          </a:prstGeom>
          <a:gradFill>
            <a:gsLst>
              <a:gs pos="0">
                <a:schemeClr val="lt2"/>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178" name="Google Shape;178;p25"/>
          <p:cNvSpPr/>
          <p:nvPr/>
        </p:nvSpPr>
        <p:spPr>
          <a:xfrm rot="10800000">
            <a:off x="0" y="250"/>
            <a:ext cx="4520100" cy="5147700"/>
          </a:xfrm>
          <a:prstGeom prst="rect">
            <a:avLst/>
          </a:prstGeom>
          <a:gradFill>
            <a:gsLst>
              <a:gs pos="0">
                <a:schemeClr val="accent6"/>
              </a:gs>
              <a:gs pos="100000">
                <a:schemeClr val="lt2"/>
              </a:gs>
            </a:gsLst>
            <a:lin ang="54007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179" name="Google Shape;179;p25"/>
          <p:cNvSpPr txBox="1"/>
          <p:nvPr>
            <p:ph idx="1" type="body"/>
          </p:nvPr>
        </p:nvSpPr>
        <p:spPr>
          <a:xfrm>
            <a:off x="4903325" y="1072775"/>
            <a:ext cx="3681600" cy="3432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180" name="Google Shape;180;p25"/>
          <p:cNvSpPr txBox="1"/>
          <p:nvPr>
            <p:ph idx="2" type="body"/>
          </p:nvPr>
        </p:nvSpPr>
        <p:spPr>
          <a:xfrm>
            <a:off x="4903325" y="2018675"/>
            <a:ext cx="3681600" cy="3432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181" name="Google Shape;181;p25"/>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182" name="Google Shape;182;p25"/>
          <p:cNvSpPr txBox="1"/>
          <p:nvPr>
            <p:ph idx="3"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183" name="Google Shape;183;p25"/>
          <p:cNvSpPr/>
          <p:nvPr>
            <p:ph idx="4" type="pic"/>
          </p:nvPr>
        </p:nvSpPr>
        <p:spPr>
          <a:xfrm>
            <a:off x="230075" y="457200"/>
            <a:ext cx="3681600" cy="2309700"/>
          </a:xfrm>
          <a:prstGeom prst="rect">
            <a:avLst/>
          </a:prstGeom>
          <a:noFill/>
          <a:ln>
            <a:noFill/>
          </a:ln>
        </p:spPr>
      </p:sp>
      <p:sp>
        <p:nvSpPr>
          <p:cNvPr id="184" name="Google Shape;184;p25"/>
          <p:cNvSpPr txBox="1"/>
          <p:nvPr>
            <p:ph idx="5" type="title"/>
          </p:nvPr>
        </p:nvSpPr>
        <p:spPr>
          <a:xfrm>
            <a:off x="230075" y="2993600"/>
            <a:ext cx="3681600" cy="3432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185" name="Google Shape;185;p25"/>
          <p:cNvSpPr txBox="1"/>
          <p:nvPr>
            <p:ph idx="6" type="body"/>
          </p:nvPr>
        </p:nvSpPr>
        <p:spPr>
          <a:xfrm>
            <a:off x="230075" y="3515700"/>
            <a:ext cx="3681600" cy="9135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186" name="Google Shape;186;p25"/>
          <p:cNvSpPr txBox="1"/>
          <p:nvPr>
            <p:ph idx="7" type="body"/>
          </p:nvPr>
        </p:nvSpPr>
        <p:spPr>
          <a:xfrm>
            <a:off x="4903325" y="2964575"/>
            <a:ext cx="3681600" cy="4452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187" name="Google Shape;187;p25"/>
          <p:cNvSpPr txBox="1"/>
          <p:nvPr>
            <p:ph idx="8" type="subTitle"/>
          </p:nvPr>
        </p:nvSpPr>
        <p:spPr>
          <a:xfrm>
            <a:off x="4903325" y="2653700"/>
            <a:ext cx="2378700" cy="167700"/>
          </a:xfrm>
          <a:prstGeom prst="rect">
            <a:avLst/>
          </a:prstGeom>
        </p:spPr>
        <p:txBody>
          <a:bodyPr anchorCtr="0" anchor="ctr" bIns="0" lIns="0" spcFirstLastPara="1" rIns="0" wrap="square" tIns="0">
            <a:noAutofit/>
          </a:bodyPr>
          <a:lstStyle>
            <a:lvl1pPr lvl="0">
              <a:spcBef>
                <a:spcPts val="0"/>
              </a:spcBef>
              <a:spcAft>
                <a:spcPts val="0"/>
              </a:spcAft>
              <a:buNone/>
              <a:defRPr sz="1200">
                <a:solidFill>
                  <a:schemeClr val="accent4"/>
                </a:solidFill>
                <a:latin typeface="Jost"/>
                <a:ea typeface="Jost"/>
                <a:cs typeface="Jost"/>
                <a:sym typeface="Jost"/>
              </a:defRPr>
            </a:lvl1pPr>
            <a:lvl2pPr lvl="1">
              <a:spcBef>
                <a:spcPts val="0"/>
              </a:spcBef>
              <a:spcAft>
                <a:spcPts val="0"/>
              </a:spcAft>
              <a:buNone/>
              <a:defRPr sz="1200">
                <a:solidFill>
                  <a:schemeClr val="accent4"/>
                </a:solidFill>
                <a:latin typeface="Jost"/>
                <a:ea typeface="Jost"/>
                <a:cs typeface="Jost"/>
                <a:sym typeface="Jost"/>
              </a:defRPr>
            </a:lvl2pPr>
            <a:lvl3pPr lvl="2">
              <a:spcBef>
                <a:spcPts val="0"/>
              </a:spcBef>
              <a:spcAft>
                <a:spcPts val="0"/>
              </a:spcAft>
              <a:buNone/>
              <a:defRPr sz="1200">
                <a:solidFill>
                  <a:schemeClr val="accent4"/>
                </a:solidFill>
                <a:latin typeface="Jost"/>
                <a:ea typeface="Jost"/>
                <a:cs typeface="Jost"/>
                <a:sym typeface="Jost"/>
              </a:defRPr>
            </a:lvl3pPr>
            <a:lvl4pPr lvl="3">
              <a:spcBef>
                <a:spcPts val="0"/>
              </a:spcBef>
              <a:spcAft>
                <a:spcPts val="0"/>
              </a:spcAft>
              <a:buNone/>
              <a:defRPr sz="1200">
                <a:solidFill>
                  <a:schemeClr val="accent4"/>
                </a:solidFill>
                <a:latin typeface="Jost"/>
                <a:ea typeface="Jost"/>
                <a:cs typeface="Jost"/>
                <a:sym typeface="Jost"/>
              </a:defRPr>
            </a:lvl4pPr>
            <a:lvl5pPr lvl="4">
              <a:spcBef>
                <a:spcPts val="0"/>
              </a:spcBef>
              <a:spcAft>
                <a:spcPts val="0"/>
              </a:spcAft>
              <a:buNone/>
              <a:defRPr sz="1200">
                <a:solidFill>
                  <a:schemeClr val="accent4"/>
                </a:solidFill>
                <a:latin typeface="Jost"/>
                <a:ea typeface="Jost"/>
                <a:cs typeface="Jost"/>
                <a:sym typeface="Jost"/>
              </a:defRPr>
            </a:lvl5pPr>
            <a:lvl6pPr lvl="5">
              <a:spcBef>
                <a:spcPts val="0"/>
              </a:spcBef>
              <a:spcAft>
                <a:spcPts val="0"/>
              </a:spcAft>
              <a:buNone/>
              <a:defRPr sz="1200">
                <a:solidFill>
                  <a:schemeClr val="accent4"/>
                </a:solidFill>
                <a:latin typeface="Jost"/>
                <a:ea typeface="Jost"/>
                <a:cs typeface="Jost"/>
                <a:sym typeface="Jost"/>
              </a:defRPr>
            </a:lvl6pPr>
            <a:lvl7pPr lvl="6">
              <a:spcBef>
                <a:spcPts val="0"/>
              </a:spcBef>
              <a:spcAft>
                <a:spcPts val="0"/>
              </a:spcAft>
              <a:buNone/>
              <a:defRPr sz="1200">
                <a:solidFill>
                  <a:schemeClr val="accent4"/>
                </a:solidFill>
                <a:latin typeface="Jost"/>
                <a:ea typeface="Jost"/>
                <a:cs typeface="Jost"/>
                <a:sym typeface="Jost"/>
              </a:defRPr>
            </a:lvl7pPr>
            <a:lvl8pPr lvl="7">
              <a:spcBef>
                <a:spcPts val="0"/>
              </a:spcBef>
              <a:spcAft>
                <a:spcPts val="0"/>
              </a:spcAft>
              <a:buNone/>
              <a:defRPr sz="1200">
                <a:solidFill>
                  <a:schemeClr val="accent4"/>
                </a:solidFill>
                <a:latin typeface="Jost"/>
                <a:ea typeface="Jost"/>
                <a:cs typeface="Jost"/>
                <a:sym typeface="Jost"/>
              </a:defRPr>
            </a:lvl8pPr>
            <a:lvl9pPr lvl="8">
              <a:spcBef>
                <a:spcPts val="0"/>
              </a:spcBef>
              <a:spcAft>
                <a:spcPts val="0"/>
              </a:spcAft>
              <a:buNone/>
              <a:defRPr sz="1200">
                <a:solidFill>
                  <a:schemeClr val="accent4"/>
                </a:solidFill>
                <a:latin typeface="Jost"/>
                <a:ea typeface="Jost"/>
                <a:cs typeface="Jost"/>
                <a:sym typeface="Jost"/>
              </a:defRPr>
            </a:lvl9pPr>
          </a:lstStyle>
          <a:p/>
        </p:txBody>
      </p:sp>
      <p:sp>
        <p:nvSpPr>
          <p:cNvPr id="188" name="Google Shape;188;p25"/>
          <p:cNvSpPr txBox="1"/>
          <p:nvPr>
            <p:ph idx="9" type="subTitle"/>
          </p:nvPr>
        </p:nvSpPr>
        <p:spPr>
          <a:xfrm>
            <a:off x="4903325" y="1707800"/>
            <a:ext cx="2378700" cy="167700"/>
          </a:xfrm>
          <a:prstGeom prst="rect">
            <a:avLst/>
          </a:prstGeom>
        </p:spPr>
        <p:txBody>
          <a:bodyPr anchorCtr="0" anchor="ctr" bIns="0" lIns="0" spcFirstLastPara="1" rIns="0" wrap="square" tIns="0">
            <a:noAutofit/>
          </a:bodyPr>
          <a:lstStyle>
            <a:lvl1pPr lvl="0">
              <a:spcBef>
                <a:spcPts val="0"/>
              </a:spcBef>
              <a:spcAft>
                <a:spcPts val="0"/>
              </a:spcAft>
              <a:buNone/>
              <a:defRPr sz="1200">
                <a:solidFill>
                  <a:schemeClr val="accent4"/>
                </a:solidFill>
                <a:latin typeface="Jost"/>
                <a:ea typeface="Jost"/>
                <a:cs typeface="Jost"/>
                <a:sym typeface="Jost"/>
              </a:defRPr>
            </a:lvl1pPr>
            <a:lvl2pPr lvl="1">
              <a:spcBef>
                <a:spcPts val="0"/>
              </a:spcBef>
              <a:spcAft>
                <a:spcPts val="0"/>
              </a:spcAft>
              <a:buNone/>
              <a:defRPr sz="1200">
                <a:solidFill>
                  <a:schemeClr val="accent4"/>
                </a:solidFill>
                <a:latin typeface="Jost"/>
                <a:ea typeface="Jost"/>
                <a:cs typeface="Jost"/>
                <a:sym typeface="Jost"/>
              </a:defRPr>
            </a:lvl2pPr>
            <a:lvl3pPr lvl="2">
              <a:spcBef>
                <a:spcPts val="0"/>
              </a:spcBef>
              <a:spcAft>
                <a:spcPts val="0"/>
              </a:spcAft>
              <a:buNone/>
              <a:defRPr sz="1200">
                <a:solidFill>
                  <a:schemeClr val="accent4"/>
                </a:solidFill>
                <a:latin typeface="Jost"/>
                <a:ea typeface="Jost"/>
                <a:cs typeface="Jost"/>
                <a:sym typeface="Jost"/>
              </a:defRPr>
            </a:lvl3pPr>
            <a:lvl4pPr lvl="3">
              <a:spcBef>
                <a:spcPts val="0"/>
              </a:spcBef>
              <a:spcAft>
                <a:spcPts val="0"/>
              </a:spcAft>
              <a:buNone/>
              <a:defRPr sz="1200">
                <a:solidFill>
                  <a:schemeClr val="accent4"/>
                </a:solidFill>
                <a:latin typeface="Jost"/>
                <a:ea typeface="Jost"/>
                <a:cs typeface="Jost"/>
                <a:sym typeface="Jost"/>
              </a:defRPr>
            </a:lvl4pPr>
            <a:lvl5pPr lvl="4">
              <a:spcBef>
                <a:spcPts val="0"/>
              </a:spcBef>
              <a:spcAft>
                <a:spcPts val="0"/>
              </a:spcAft>
              <a:buNone/>
              <a:defRPr sz="1200">
                <a:solidFill>
                  <a:schemeClr val="accent4"/>
                </a:solidFill>
                <a:latin typeface="Jost"/>
                <a:ea typeface="Jost"/>
                <a:cs typeface="Jost"/>
                <a:sym typeface="Jost"/>
              </a:defRPr>
            </a:lvl5pPr>
            <a:lvl6pPr lvl="5">
              <a:spcBef>
                <a:spcPts val="0"/>
              </a:spcBef>
              <a:spcAft>
                <a:spcPts val="0"/>
              </a:spcAft>
              <a:buNone/>
              <a:defRPr sz="1200">
                <a:solidFill>
                  <a:schemeClr val="accent4"/>
                </a:solidFill>
                <a:latin typeface="Jost"/>
                <a:ea typeface="Jost"/>
                <a:cs typeface="Jost"/>
                <a:sym typeface="Jost"/>
              </a:defRPr>
            </a:lvl6pPr>
            <a:lvl7pPr lvl="6">
              <a:spcBef>
                <a:spcPts val="0"/>
              </a:spcBef>
              <a:spcAft>
                <a:spcPts val="0"/>
              </a:spcAft>
              <a:buNone/>
              <a:defRPr sz="1200">
                <a:solidFill>
                  <a:schemeClr val="accent4"/>
                </a:solidFill>
                <a:latin typeface="Jost"/>
                <a:ea typeface="Jost"/>
                <a:cs typeface="Jost"/>
                <a:sym typeface="Jost"/>
              </a:defRPr>
            </a:lvl7pPr>
            <a:lvl8pPr lvl="7">
              <a:spcBef>
                <a:spcPts val="0"/>
              </a:spcBef>
              <a:spcAft>
                <a:spcPts val="0"/>
              </a:spcAft>
              <a:buNone/>
              <a:defRPr sz="1200">
                <a:solidFill>
                  <a:schemeClr val="accent4"/>
                </a:solidFill>
                <a:latin typeface="Jost"/>
                <a:ea typeface="Jost"/>
                <a:cs typeface="Jost"/>
                <a:sym typeface="Jost"/>
              </a:defRPr>
            </a:lvl8pPr>
            <a:lvl9pPr lvl="8">
              <a:spcBef>
                <a:spcPts val="0"/>
              </a:spcBef>
              <a:spcAft>
                <a:spcPts val="0"/>
              </a:spcAft>
              <a:buNone/>
              <a:defRPr sz="1200">
                <a:solidFill>
                  <a:schemeClr val="accent4"/>
                </a:solidFill>
                <a:latin typeface="Jost"/>
                <a:ea typeface="Jost"/>
                <a:cs typeface="Jost"/>
                <a:sym typeface="Jost"/>
              </a:defRPr>
            </a:lvl9pPr>
          </a:lstStyle>
          <a:p/>
        </p:txBody>
      </p:sp>
      <p:sp>
        <p:nvSpPr>
          <p:cNvPr id="189" name="Google Shape;189;p25"/>
          <p:cNvSpPr txBox="1"/>
          <p:nvPr>
            <p:ph idx="13" type="subTitle"/>
          </p:nvPr>
        </p:nvSpPr>
        <p:spPr>
          <a:xfrm>
            <a:off x="4903325" y="761900"/>
            <a:ext cx="2378700" cy="167700"/>
          </a:xfrm>
          <a:prstGeom prst="rect">
            <a:avLst/>
          </a:prstGeom>
        </p:spPr>
        <p:txBody>
          <a:bodyPr anchorCtr="0" anchor="ctr" bIns="0" lIns="0" spcFirstLastPara="1" rIns="0" wrap="square" tIns="0">
            <a:noAutofit/>
          </a:bodyPr>
          <a:lstStyle>
            <a:lvl1pPr lvl="0">
              <a:spcBef>
                <a:spcPts val="0"/>
              </a:spcBef>
              <a:spcAft>
                <a:spcPts val="0"/>
              </a:spcAft>
              <a:buNone/>
              <a:defRPr sz="1200">
                <a:solidFill>
                  <a:schemeClr val="accent4"/>
                </a:solidFill>
                <a:latin typeface="Jost"/>
                <a:ea typeface="Jost"/>
                <a:cs typeface="Jost"/>
                <a:sym typeface="Jost"/>
              </a:defRPr>
            </a:lvl1pPr>
            <a:lvl2pPr lvl="1">
              <a:spcBef>
                <a:spcPts val="0"/>
              </a:spcBef>
              <a:spcAft>
                <a:spcPts val="0"/>
              </a:spcAft>
              <a:buNone/>
              <a:defRPr sz="1200">
                <a:solidFill>
                  <a:schemeClr val="accent4"/>
                </a:solidFill>
                <a:latin typeface="Jost"/>
                <a:ea typeface="Jost"/>
                <a:cs typeface="Jost"/>
                <a:sym typeface="Jost"/>
              </a:defRPr>
            </a:lvl2pPr>
            <a:lvl3pPr lvl="2">
              <a:spcBef>
                <a:spcPts val="0"/>
              </a:spcBef>
              <a:spcAft>
                <a:spcPts val="0"/>
              </a:spcAft>
              <a:buNone/>
              <a:defRPr sz="1200">
                <a:solidFill>
                  <a:schemeClr val="accent4"/>
                </a:solidFill>
                <a:latin typeface="Jost"/>
                <a:ea typeface="Jost"/>
                <a:cs typeface="Jost"/>
                <a:sym typeface="Jost"/>
              </a:defRPr>
            </a:lvl3pPr>
            <a:lvl4pPr lvl="3">
              <a:spcBef>
                <a:spcPts val="0"/>
              </a:spcBef>
              <a:spcAft>
                <a:spcPts val="0"/>
              </a:spcAft>
              <a:buNone/>
              <a:defRPr sz="1200">
                <a:solidFill>
                  <a:schemeClr val="accent4"/>
                </a:solidFill>
                <a:latin typeface="Jost"/>
                <a:ea typeface="Jost"/>
                <a:cs typeface="Jost"/>
                <a:sym typeface="Jost"/>
              </a:defRPr>
            </a:lvl4pPr>
            <a:lvl5pPr lvl="4">
              <a:spcBef>
                <a:spcPts val="0"/>
              </a:spcBef>
              <a:spcAft>
                <a:spcPts val="0"/>
              </a:spcAft>
              <a:buNone/>
              <a:defRPr sz="1200">
                <a:solidFill>
                  <a:schemeClr val="accent4"/>
                </a:solidFill>
                <a:latin typeface="Jost"/>
                <a:ea typeface="Jost"/>
                <a:cs typeface="Jost"/>
                <a:sym typeface="Jost"/>
              </a:defRPr>
            </a:lvl5pPr>
            <a:lvl6pPr lvl="5">
              <a:spcBef>
                <a:spcPts val="0"/>
              </a:spcBef>
              <a:spcAft>
                <a:spcPts val="0"/>
              </a:spcAft>
              <a:buNone/>
              <a:defRPr sz="1200">
                <a:solidFill>
                  <a:schemeClr val="accent4"/>
                </a:solidFill>
                <a:latin typeface="Jost"/>
                <a:ea typeface="Jost"/>
                <a:cs typeface="Jost"/>
                <a:sym typeface="Jost"/>
              </a:defRPr>
            </a:lvl6pPr>
            <a:lvl7pPr lvl="6">
              <a:spcBef>
                <a:spcPts val="0"/>
              </a:spcBef>
              <a:spcAft>
                <a:spcPts val="0"/>
              </a:spcAft>
              <a:buNone/>
              <a:defRPr sz="1200">
                <a:solidFill>
                  <a:schemeClr val="accent4"/>
                </a:solidFill>
                <a:latin typeface="Jost"/>
                <a:ea typeface="Jost"/>
                <a:cs typeface="Jost"/>
                <a:sym typeface="Jost"/>
              </a:defRPr>
            </a:lvl7pPr>
            <a:lvl8pPr lvl="7">
              <a:spcBef>
                <a:spcPts val="0"/>
              </a:spcBef>
              <a:spcAft>
                <a:spcPts val="0"/>
              </a:spcAft>
              <a:buNone/>
              <a:defRPr sz="1200">
                <a:solidFill>
                  <a:schemeClr val="accent4"/>
                </a:solidFill>
                <a:latin typeface="Jost"/>
                <a:ea typeface="Jost"/>
                <a:cs typeface="Jost"/>
                <a:sym typeface="Jost"/>
              </a:defRPr>
            </a:lvl8pPr>
            <a:lvl9pPr lvl="8">
              <a:spcBef>
                <a:spcPts val="0"/>
              </a:spcBef>
              <a:spcAft>
                <a:spcPts val="0"/>
              </a:spcAft>
              <a:buNone/>
              <a:defRPr sz="1200">
                <a:solidFill>
                  <a:schemeClr val="accent4"/>
                </a:solidFill>
                <a:latin typeface="Jost"/>
                <a:ea typeface="Jost"/>
                <a:cs typeface="Jost"/>
                <a:sym typeface="Jost"/>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ards">
  <p:cSld name="CUSTOM_8_1_1_1_1_1_1_1_1_1_1_1_1_1_1_1_1_1_1_1_1_1_1_1_1">
    <p:spTree>
      <p:nvGrpSpPr>
        <p:cNvPr id="190" name="Shape 190"/>
        <p:cNvGrpSpPr/>
        <p:nvPr/>
      </p:nvGrpSpPr>
      <p:grpSpPr>
        <a:xfrm>
          <a:off x="0" y="0"/>
          <a:ext cx="0" cy="0"/>
          <a:chOff x="0" y="0"/>
          <a:chExt cx="0" cy="0"/>
        </a:xfrm>
      </p:grpSpPr>
      <p:sp>
        <p:nvSpPr>
          <p:cNvPr id="191" name="Google Shape;191;p26"/>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192" name="Google Shape;192;p26"/>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193" name="Google Shape;193;p26"/>
          <p:cNvSpPr txBox="1"/>
          <p:nvPr>
            <p:ph idx="3" type="title"/>
          </p:nvPr>
        </p:nvSpPr>
        <p:spPr>
          <a:xfrm>
            <a:off x="228600" y="457200"/>
            <a:ext cx="41604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194" name="Google Shape;194;p26"/>
          <p:cNvSpPr txBox="1"/>
          <p:nvPr>
            <p:ph idx="1" type="body"/>
          </p:nvPr>
        </p:nvSpPr>
        <p:spPr>
          <a:xfrm>
            <a:off x="228600" y="882000"/>
            <a:ext cx="2514300" cy="6438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195" name="Google Shape;195;p26"/>
          <p:cNvSpPr txBox="1"/>
          <p:nvPr>
            <p:ph idx="4" type="subTitle"/>
          </p:nvPr>
        </p:nvSpPr>
        <p:spPr>
          <a:xfrm>
            <a:off x="343325" y="2026000"/>
            <a:ext cx="2362200" cy="1722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
        <p:nvSpPr>
          <p:cNvPr id="196" name="Google Shape;196;p26"/>
          <p:cNvSpPr txBox="1"/>
          <p:nvPr>
            <p:ph idx="5" type="subTitle"/>
          </p:nvPr>
        </p:nvSpPr>
        <p:spPr>
          <a:xfrm>
            <a:off x="4733675" y="2026000"/>
            <a:ext cx="2362200" cy="1722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st">
  <p:cSld name="CUSTOM_8_1_1_1_1_1_1_1_1_1_1_1_1_1_1_1_1_1_1_1_1_1_1_1_1_1">
    <p:spTree>
      <p:nvGrpSpPr>
        <p:cNvPr id="197" name="Shape 197"/>
        <p:cNvGrpSpPr/>
        <p:nvPr/>
      </p:nvGrpSpPr>
      <p:grpSpPr>
        <a:xfrm>
          <a:off x="0" y="0"/>
          <a:ext cx="0" cy="0"/>
          <a:chOff x="0" y="0"/>
          <a:chExt cx="0" cy="0"/>
        </a:xfrm>
      </p:grpSpPr>
      <p:sp>
        <p:nvSpPr>
          <p:cNvPr id="198" name="Google Shape;198;p27"/>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199" name="Google Shape;199;p27"/>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200" name="Google Shape;200;p27"/>
          <p:cNvSpPr txBox="1"/>
          <p:nvPr>
            <p:ph idx="1" type="body"/>
          </p:nvPr>
        </p:nvSpPr>
        <p:spPr>
          <a:xfrm>
            <a:off x="4637600" y="4326275"/>
            <a:ext cx="3934800" cy="449100"/>
          </a:xfrm>
          <a:prstGeom prst="rect">
            <a:avLst/>
          </a:prstGeom>
        </p:spPr>
        <p:txBody>
          <a:bodyPr anchorCtr="0" anchor="ctr"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01" name="Google Shape;201;p27"/>
          <p:cNvSpPr txBox="1"/>
          <p:nvPr>
            <p:ph idx="3" type="subTitle"/>
          </p:nvPr>
        </p:nvSpPr>
        <p:spPr>
          <a:xfrm>
            <a:off x="1603898" y="4342896"/>
            <a:ext cx="2372700" cy="415800"/>
          </a:xfrm>
          <a:prstGeom prst="rect">
            <a:avLst/>
          </a:prstGeom>
        </p:spPr>
        <p:txBody>
          <a:bodyPr anchorCtr="0" anchor="ctr" bIns="0" lIns="0" spcFirstLastPara="1" rIns="0" wrap="square" tIns="0">
            <a:noAutofit/>
          </a:bodyPr>
          <a:lstStyle>
            <a:lvl1pPr lvl="0">
              <a:spcBef>
                <a:spcPts val="0"/>
              </a:spcBef>
              <a:spcAft>
                <a:spcPts val="0"/>
              </a:spcAft>
              <a:buNone/>
              <a:defRPr sz="1200"/>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p:txBody>
      </p:sp>
      <p:sp>
        <p:nvSpPr>
          <p:cNvPr id="202" name="Google Shape;202;p27"/>
          <p:cNvSpPr txBox="1"/>
          <p:nvPr>
            <p:ph idx="4" type="subTitle"/>
          </p:nvPr>
        </p:nvSpPr>
        <p:spPr>
          <a:xfrm>
            <a:off x="330825" y="4189325"/>
            <a:ext cx="923400" cy="723000"/>
          </a:xfrm>
          <a:prstGeom prst="rect">
            <a:avLst/>
          </a:prstGeom>
        </p:spPr>
        <p:txBody>
          <a:bodyPr anchorCtr="0" anchor="ctr" bIns="0" lIns="0" spcFirstLastPara="1" rIns="0" wrap="square" tIns="0">
            <a:noAutofit/>
          </a:bodyPr>
          <a:lstStyle>
            <a:lvl1pPr lvl="0">
              <a:spcBef>
                <a:spcPts val="0"/>
              </a:spcBef>
              <a:spcAft>
                <a:spcPts val="0"/>
              </a:spcAft>
              <a:buNone/>
              <a:defRPr sz="4800">
                <a:solidFill>
                  <a:schemeClr val="lt2"/>
                </a:solidFill>
              </a:defRPr>
            </a:lvl1pPr>
            <a:lvl2pPr lvl="1">
              <a:spcBef>
                <a:spcPts val="0"/>
              </a:spcBef>
              <a:spcAft>
                <a:spcPts val="0"/>
              </a:spcAft>
              <a:buNone/>
              <a:defRPr sz="4800">
                <a:solidFill>
                  <a:schemeClr val="lt2"/>
                </a:solidFill>
              </a:defRPr>
            </a:lvl2pPr>
            <a:lvl3pPr lvl="2">
              <a:spcBef>
                <a:spcPts val="0"/>
              </a:spcBef>
              <a:spcAft>
                <a:spcPts val="0"/>
              </a:spcAft>
              <a:buNone/>
              <a:defRPr sz="4800">
                <a:solidFill>
                  <a:schemeClr val="lt2"/>
                </a:solidFill>
              </a:defRPr>
            </a:lvl3pPr>
            <a:lvl4pPr lvl="3">
              <a:spcBef>
                <a:spcPts val="0"/>
              </a:spcBef>
              <a:spcAft>
                <a:spcPts val="0"/>
              </a:spcAft>
              <a:buNone/>
              <a:defRPr sz="4800">
                <a:solidFill>
                  <a:schemeClr val="lt2"/>
                </a:solidFill>
              </a:defRPr>
            </a:lvl4pPr>
            <a:lvl5pPr lvl="4">
              <a:spcBef>
                <a:spcPts val="0"/>
              </a:spcBef>
              <a:spcAft>
                <a:spcPts val="0"/>
              </a:spcAft>
              <a:buNone/>
              <a:defRPr sz="4800">
                <a:solidFill>
                  <a:schemeClr val="lt2"/>
                </a:solidFill>
              </a:defRPr>
            </a:lvl5pPr>
            <a:lvl6pPr lvl="5">
              <a:spcBef>
                <a:spcPts val="0"/>
              </a:spcBef>
              <a:spcAft>
                <a:spcPts val="0"/>
              </a:spcAft>
              <a:buNone/>
              <a:defRPr sz="4800">
                <a:solidFill>
                  <a:schemeClr val="lt2"/>
                </a:solidFill>
              </a:defRPr>
            </a:lvl6pPr>
            <a:lvl7pPr lvl="6">
              <a:spcBef>
                <a:spcPts val="0"/>
              </a:spcBef>
              <a:spcAft>
                <a:spcPts val="0"/>
              </a:spcAft>
              <a:buNone/>
              <a:defRPr sz="4800">
                <a:solidFill>
                  <a:schemeClr val="lt2"/>
                </a:solidFill>
              </a:defRPr>
            </a:lvl7pPr>
            <a:lvl8pPr lvl="7">
              <a:spcBef>
                <a:spcPts val="0"/>
              </a:spcBef>
              <a:spcAft>
                <a:spcPts val="0"/>
              </a:spcAft>
              <a:buNone/>
              <a:defRPr sz="4800">
                <a:solidFill>
                  <a:schemeClr val="lt2"/>
                </a:solidFill>
              </a:defRPr>
            </a:lvl8pPr>
            <a:lvl9pPr lvl="8">
              <a:spcBef>
                <a:spcPts val="0"/>
              </a:spcBef>
              <a:spcAft>
                <a:spcPts val="0"/>
              </a:spcAft>
              <a:buNone/>
              <a:defRPr sz="4800">
                <a:solidFill>
                  <a:schemeClr val="lt2"/>
                </a:solidFill>
              </a:defRPr>
            </a:lvl9pPr>
          </a:lstStyle>
          <a:p/>
        </p:txBody>
      </p:sp>
      <p:sp>
        <p:nvSpPr>
          <p:cNvPr id="203" name="Google Shape;203;p27"/>
          <p:cNvSpPr txBox="1"/>
          <p:nvPr>
            <p:ph idx="5" type="body"/>
          </p:nvPr>
        </p:nvSpPr>
        <p:spPr>
          <a:xfrm>
            <a:off x="4637600" y="3322645"/>
            <a:ext cx="3934800" cy="449100"/>
          </a:xfrm>
          <a:prstGeom prst="rect">
            <a:avLst/>
          </a:prstGeom>
        </p:spPr>
        <p:txBody>
          <a:bodyPr anchorCtr="0" anchor="ctr"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04" name="Google Shape;204;p27"/>
          <p:cNvSpPr txBox="1"/>
          <p:nvPr>
            <p:ph idx="6" type="subTitle"/>
          </p:nvPr>
        </p:nvSpPr>
        <p:spPr>
          <a:xfrm>
            <a:off x="1603898" y="3339267"/>
            <a:ext cx="2372700" cy="415800"/>
          </a:xfrm>
          <a:prstGeom prst="rect">
            <a:avLst/>
          </a:prstGeom>
        </p:spPr>
        <p:txBody>
          <a:bodyPr anchorCtr="0" anchor="ctr" bIns="0" lIns="0" spcFirstLastPara="1" rIns="0" wrap="square" tIns="0">
            <a:noAutofit/>
          </a:bodyPr>
          <a:lstStyle>
            <a:lvl1pPr lvl="0">
              <a:spcBef>
                <a:spcPts val="0"/>
              </a:spcBef>
              <a:spcAft>
                <a:spcPts val="0"/>
              </a:spcAft>
              <a:buNone/>
              <a:defRPr sz="1200"/>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p:txBody>
      </p:sp>
      <p:sp>
        <p:nvSpPr>
          <p:cNvPr id="205" name="Google Shape;205;p27"/>
          <p:cNvSpPr txBox="1"/>
          <p:nvPr>
            <p:ph idx="7" type="subTitle"/>
          </p:nvPr>
        </p:nvSpPr>
        <p:spPr>
          <a:xfrm>
            <a:off x="330825" y="3185695"/>
            <a:ext cx="923400" cy="723000"/>
          </a:xfrm>
          <a:prstGeom prst="rect">
            <a:avLst/>
          </a:prstGeom>
        </p:spPr>
        <p:txBody>
          <a:bodyPr anchorCtr="0" anchor="ctr" bIns="0" lIns="0" spcFirstLastPara="1" rIns="0" wrap="square" tIns="0">
            <a:noAutofit/>
          </a:bodyPr>
          <a:lstStyle>
            <a:lvl1pPr lvl="0">
              <a:spcBef>
                <a:spcPts val="0"/>
              </a:spcBef>
              <a:spcAft>
                <a:spcPts val="0"/>
              </a:spcAft>
              <a:buNone/>
              <a:defRPr sz="4800">
                <a:solidFill>
                  <a:schemeClr val="lt2"/>
                </a:solidFill>
              </a:defRPr>
            </a:lvl1pPr>
            <a:lvl2pPr lvl="1">
              <a:spcBef>
                <a:spcPts val="0"/>
              </a:spcBef>
              <a:spcAft>
                <a:spcPts val="0"/>
              </a:spcAft>
              <a:buNone/>
              <a:defRPr sz="4800">
                <a:solidFill>
                  <a:schemeClr val="lt2"/>
                </a:solidFill>
              </a:defRPr>
            </a:lvl2pPr>
            <a:lvl3pPr lvl="2">
              <a:spcBef>
                <a:spcPts val="0"/>
              </a:spcBef>
              <a:spcAft>
                <a:spcPts val="0"/>
              </a:spcAft>
              <a:buNone/>
              <a:defRPr sz="4800">
                <a:solidFill>
                  <a:schemeClr val="lt2"/>
                </a:solidFill>
              </a:defRPr>
            </a:lvl3pPr>
            <a:lvl4pPr lvl="3">
              <a:spcBef>
                <a:spcPts val="0"/>
              </a:spcBef>
              <a:spcAft>
                <a:spcPts val="0"/>
              </a:spcAft>
              <a:buNone/>
              <a:defRPr sz="4800">
                <a:solidFill>
                  <a:schemeClr val="lt2"/>
                </a:solidFill>
              </a:defRPr>
            </a:lvl4pPr>
            <a:lvl5pPr lvl="4">
              <a:spcBef>
                <a:spcPts val="0"/>
              </a:spcBef>
              <a:spcAft>
                <a:spcPts val="0"/>
              </a:spcAft>
              <a:buNone/>
              <a:defRPr sz="4800">
                <a:solidFill>
                  <a:schemeClr val="lt2"/>
                </a:solidFill>
              </a:defRPr>
            </a:lvl5pPr>
            <a:lvl6pPr lvl="5">
              <a:spcBef>
                <a:spcPts val="0"/>
              </a:spcBef>
              <a:spcAft>
                <a:spcPts val="0"/>
              </a:spcAft>
              <a:buNone/>
              <a:defRPr sz="4800">
                <a:solidFill>
                  <a:schemeClr val="lt2"/>
                </a:solidFill>
              </a:defRPr>
            </a:lvl6pPr>
            <a:lvl7pPr lvl="6">
              <a:spcBef>
                <a:spcPts val="0"/>
              </a:spcBef>
              <a:spcAft>
                <a:spcPts val="0"/>
              </a:spcAft>
              <a:buNone/>
              <a:defRPr sz="4800">
                <a:solidFill>
                  <a:schemeClr val="lt2"/>
                </a:solidFill>
              </a:defRPr>
            </a:lvl7pPr>
            <a:lvl8pPr lvl="7">
              <a:spcBef>
                <a:spcPts val="0"/>
              </a:spcBef>
              <a:spcAft>
                <a:spcPts val="0"/>
              </a:spcAft>
              <a:buNone/>
              <a:defRPr sz="4800">
                <a:solidFill>
                  <a:schemeClr val="lt2"/>
                </a:solidFill>
              </a:defRPr>
            </a:lvl8pPr>
            <a:lvl9pPr lvl="8">
              <a:spcBef>
                <a:spcPts val="0"/>
              </a:spcBef>
              <a:spcAft>
                <a:spcPts val="0"/>
              </a:spcAft>
              <a:buNone/>
              <a:defRPr sz="4800">
                <a:solidFill>
                  <a:schemeClr val="lt2"/>
                </a:solidFill>
              </a:defRPr>
            </a:lvl9pPr>
          </a:lstStyle>
          <a:p/>
        </p:txBody>
      </p:sp>
      <p:sp>
        <p:nvSpPr>
          <p:cNvPr id="206" name="Google Shape;206;p27"/>
          <p:cNvSpPr txBox="1"/>
          <p:nvPr>
            <p:ph idx="8" type="body"/>
          </p:nvPr>
        </p:nvSpPr>
        <p:spPr>
          <a:xfrm>
            <a:off x="4637600" y="2341985"/>
            <a:ext cx="3934800" cy="449100"/>
          </a:xfrm>
          <a:prstGeom prst="rect">
            <a:avLst/>
          </a:prstGeom>
        </p:spPr>
        <p:txBody>
          <a:bodyPr anchorCtr="0" anchor="ctr"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07" name="Google Shape;207;p27"/>
          <p:cNvSpPr txBox="1"/>
          <p:nvPr>
            <p:ph idx="9" type="subTitle"/>
          </p:nvPr>
        </p:nvSpPr>
        <p:spPr>
          <a:xfrm>
            <a:off x="1603898" y="2358608"/>
            <a:ext cx="2372700" cy="415800"/>
          </a:xfrm>
          <a:prstGeom prst="rect">
            <a:avLst/>
          </a:prstGeom>
        </p:spPr>
        <p:txBody>
          <a:bodyPr anchorCtr="0" anchor="ctr" bIns="0" lIns="0" spcFirstLastPara="1" rIns="0" wrap="square" tIns="0">
            <a:noAutofit/>
          </a:bodyPr>
          <a:lstStyle>
            <a:lvl1pPr lvl="0">
              <a:spcBef>
                <a:spcPts val="0"/>
              </a:spcBef>
              <a:spcAft>
                <a:spcPts val="0"/>
              </a:spcAft>
              <a:buNone/>
              <a:defRPr sz="1200"/>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p:txBody>
      </p:sp>
      <p:sp>
        <p:nvSpPr>
          <p:cNvPr id="208" name="Google Shape;208;p27"/>
          <p:cNvSpPr txBox="1"/>
          <p:nvPr>
            <p:ph idx="13" type="subTitle"/>
          </p:nvPr>
        </p:nvSpPr>
        <p:spPr>
          <a:xfrm>
            <a:off x="330825" y="2205037"/>
            <a:ext cx="923400" cy="723000"/>
          </a:xfrm>
          <a:prstGeom prst="rect">
            <a:avLst/>
          </a:prstGeom>
        </p:spPr>
        <p:txBody>
          <a:bodyPr anchorCtr="0" anchor="ctr" bIns="0" lIns="0" spcFirstLastPara="1" rIns="0" wrap="square" tIns="0">
            <a:noAutofit/>
          </a:bodyPr>
          <a:lstStyle>
            <a:lvl1pPr lvl="0">
              <a:spcBef>
                <a:spcPts val="0"/>
              </a:spcBef>
              <a:spcAft>
                <a:spcPts val="0"/>
              </a:spcAft>
              <a:buNone/>
              <a:defRPr sz="4800">
                <a:solidFill>
                  <a:schemeClr val="lt2"/>
                </a:solidFill>
              </a:defRPr>
            </a:lvl1pPr>
            <a:lvl2pPr lvl="1">
              <a:spcBef>
                <a:spcPts val="0"/>
              </a:spcBef>
              <a:spcAft>
                <a:spcPts val="0"/>
              </a:spcAft>
              <a:buNone/>
              <a:defRPr sz="4800">
                <a:solidFill>
                  <a:schemeClr val="lt2"/>
                </a:solidFill>
              </a:defRPr>
            </a:lvl2pPr>
            <a:lvl3pPr lvl="2">
              <a:spcBef>
                <a:spcPts val="0"/>
              </a:spcBef>
              <a:spcAft>
                <a:spcPts val="0"/>
              </a:spcAft>
              <a:buNone/>
              <a:defRPr sz="4800">
                <a:solidFill>
                  <a:schemeClr val="lt2"/>
                </a:solidFill>
              </a:defRPr>
            </a:lvl3pPr>
            <a:lvl4pPr lvl="3">
              <a:spcBef>
                <a:spcPts val="0"/>
              </a:spcBef>
              <a:spcAft>
                <a:spcPts val="0"/>
              </a:spcAft>
              <a:buNone/>
              <a:defRPr sz="4800">
                <a:solidFill>
                  <a:schemeClr val="lt2"/>
                </a:solidFill>
              </a:defRPr>
            </a:lvl4pPr>
            <a:lvl5pPr lvl="4">
              <a:spcBef>
                <a:spcPts val="0"/>
              </a:spcBef>
              <a:spcAft>
                <a:spcPts val="0"/>
              </a:spcAft>
              <a:buNone/>
              <a:defRPr sz="4800">
                <a:solidFill>
                  <a:schemeClr val="lt2"/>
                </a:solidFill>
              </a:defRPr>
            </a:lvl5pPr>
            <a:lvl6pPr lvl="5">
              <a:spcBef>
                <a:spcPts val="0"/>
              </a:spcBef>
              <a:spcAft>
                <a:spcPts val="0"/>
              </a:spcAft>
              <a:buNone/>
              <a:defRPr sz="4800">
                <a:solidFill>
                  <a:schemeClr val="lt2"/>
                </a:solidFill>
              </a:defRPr>
            </a:lvl6pPr>
            <a:lvl7pPr lvl="6">
              <a:spcBef>
                <a:spcPts val="0"/>
              </a:spcBef>
              <a:spcAft>
                <a:spcPts val="0"/>
              </a:spcAft>
              <a:buNone/>
              <a:defRPr sz="4800">
                <a:solidFill>
                  <a:schemeClr val="lt2"/>
                </a:solidFill>
              </a:defRPr>
            </a:lvl7pPr>
            <a:lvl8pPr lvl="7">
              <a:spcBef>
                <a:spcPts val="0"/>
              </a:spcBef>
              <a:spcAft>
                <a:spcPts val="0"/>
              </a:spcAft>
              <a:buNone/>
              <a:defRPr sz="4800">
                <a:solidFill>
                  <a:schemeClr val="lt2"/>
                </a:solidFill>
              </a:defRPr>
            </a:lvl8pPr>
            <a:lvl9pPr lvl="8">
              <a:spcBef>
                <a:spcPts val="0"/>
              </a:spcBef>
              <a:spcAft>
                <a:spcPts val="0"/>
              </a:spcAft>
              <a:buNone/>
              <a:defRPr sz="4800">
                <a:solidFill>
                  <a:schemeClr val="lt2"/>
                </a:solidFill>
              </a:defRPr>
            </a:lvl9pPr>
          </a:lstStyle>
          <a:p/>
        </p:txBody>
      </p:sp>
      <p:sp>
        <p:nvSpPr>
          <p:cNvPr id="209" name="Google Shape;209;p27"/>
          <p:cNvSpPr txBox="1"/>
          <p:nvPr>
            <p:ph idx="14" type="body"/>
          </p:nvPr>
        </p:nvSpPr>
        <p:spPr>
          <a:xfrm>
            <a:off x="4637600" y="1361325"/>
            <a:ext cx="3934800" cy="449100"/>
          </a:xfrm>
          <a:prstGeom prst="rect">
            <a:avLst/>
          </a:prstGeom>
        </p:spPr>
        <p:txBody>
          <a:bodyPr anchorCtr="0" anchor="ctr"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10" name="Google Shape;210;p27"/>
          <p:cNvSpPr txBox="1"/>
          <p:nvPr>
            <p:ph idx="15" type="subTitle"/>
          </p:nvPr>
        </p:nvSpPr>
        <p:spPr>
          <a:xfrm>
            <a:off x="1603898" y="1377949"/>
            <a:ext cx="2372700" cy="415800"/>
          </a:xfrm>
          <a:prstGeom prst="rect">
            <a:avLst/>
          </a:prstGeom>
        </p:spPr>
        <p:txBody>
          <a:bodyPr anchorCtr="0" anchor="ctr" bIns="0" lIns="0" spcFirstLastPara="1" rIns="0" wrap="square" tIns="0">
            <a:noAutofit/>
          </a:bodyPr>
          <a:lstStyle>
            <a:lvl1pPr lvl="0">
              <a:spcBef>
                <a:spcPts val="0"/>
              </a:spcBef>
              <a:spcAft>
                <a:spcPts val="0"/>
              </a:spcAft>
              <a:buNone/>
              <a:defRPr sz="1200"/>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p:txBody>
      </p:sp>
      <p:sp>
        <p:nvSpPr>
          <p:cNvPr id="211" name="Google Shape;211;p27"/>
          <p:cNvSpPr txBox="1"/>
          <p:nvPr>
            <p:ph idx="16" type="subTitle"/>
          </p:nvPr>
        </p:nvSpPr>
        <p:spPr>
          <a:xfrm>
            <a:off x="330825" y="1224378"/>
            <a:ext cx="923400" cy="723000"/>
          </a:xfrm>
          <a:prstGeom prst="rect">
            <a:avLst/>
          </a:prstGeom>
        </p:spPr>
        <p:txBody>
          <a:bodyPr anchorCtr="0" anchor="ctr" bIns="0" lIns="0" spcFirstLastPara="1" rIns="0" wrap="square" tIns="0">
            <a:noAutofit/>
          </a:bodyPr>
          <a:lstStyle>
            <a:lvl1pPr lvl="0">
              <a:spcBef>
                <a:spcPts val="0"/>
              </a:spcBef>
              <a:spcAft>
                <a:spcPts val="0"/>
              </a:spcAft>
              <a:buNone/>
              <a:defRPr sz="4800">
                <a:solidFill>
                  <a:schemeClr val="lt2"/>
                </a:solidFill>
              </a:defRPr>
            </a:lvl1pPr>
            <a:lvl2pPr lvl="1">
              <a:spcBef>
                <a:spcPts val="0"/>
              </a:spcBef>
              <a:spcAft>
                <a:spcPts val="0"/>
              </a:spcAft>
              <a:buNone/>
              <a:defRPr sz="4800">
                <a:solidFill>
                  <a:schemeClr val="lt2"/>
                </a:solidFill>
              </a:defRPr>
            </a:lvl2pPr>
            <a:lvl3pPr lvl="2">
              <a:spcBef>
                <a:spcPts val="0"/>
              </a:spcBef>
              <a:spcAft>
                <a:spcPts val="0"/>
              </a:spcAft>
              <a:buNone/>
              <a:defRPr sz="4800">
                <a:solidFill>
                  <a:schemeClr val="lt2"/>
                </a:solidFill>
              </a:defRPr>
            </a:lvl3pPr>
            <a:lvl4pPr lvl="3">
              <a:spcBef>
                <a:spcPts val="0"/>
              </a:spcBef>
              <a:spcAft>
                <a:spcPts val="0"/>
              </a:spcAft>
              <a:buNone/>
              <a:defRPr sz="4800">
                <a:solidFill>
                  <a:schemeClr val="lt2"/>
                </a:solidFill>
              </a:defRPr>
            </a:lvl4pPr>
            <a:lvl5pPr lvl="4">
              <a:spcBef>
                <a:spcPts val="0"/>
              </a:spcBef>
              <a:spcAft>
                <a:spcPts val="0"/>
              </a:spcAft>
              <a:buNone/>
              <a:defRPr sz="4800">
                <a:solidFill>
                  <a:schemeClr val="lt2"/>
                </a:solidFill>
              </a:defRPr>
            </a:lvl5pPr>
            <a:lvl6pPr lvl="5">
              <a:spcBef>
                <a:spcPts val="0"/>
              </a:spcBef>
              <a:spcAft>
                <a:spcPts val="0"/>
              </a:spcAft>
              <a:buNone/>
              <a:defRPr sz="4800">
                <a:solidFill>
                  <a:schemeClr val="lt2"/>
                </a:solidFill>
              </a:defRPr>
            </a:lvl6pPr>
            <a:lvl7pPr lvl="6">
              <a:spcBef>
                <a:spcPts val="0"/>
              </a:spcBef>
              <a:spcAft>
                <a:spcPts val="0"/>
              </a:spcAft>
              <a:buNone/>
              <a:defRPr sz="4800">
                <a:solidFill>
                  <a:schemeClr val="lt2"/>
                </a:solidFill>
              </a:defRPr>
            </a:lvl7pPr>
            <a:lvl8pPr lvl="7">
              <a:spcBef>
                <a:spcPts val="0"/>
              </a:spcBef>
              <a:spcAft>
                <a:spcPts val="0"/>
              </a:spcAft>
              <a:buNone/>
              <a:defRPr sz="4800">
                <a:solidFill>
                  <a:schemeClr val="lt2"/>
                </a:solidFill>
              </a:defRPr>
            </a:lvl8pPr>
            <a:lvl9pPr lvl="8">
              <a:spcBef>
                <a:spcPts val="0"/>
              </a:spcBef>
              <a:spcAft>
                <a:spcPts val="0"/>
              </a:spcAft>
              <a:buNone/>
              <a:defRPr sz="4800">
                <a:solidFill>
                  <a:schemeClr val="lt2"/>
                </a:solidFill>
              </a:defRPr>
            </a:lvl9pPr>
          </a:lstStyle>
          <a:p/>
        </p:txBody>
      </p:sp>
      <p:sp>
        <p:nvSpPr>
          <p:cNvPr id="212" name="Google Shape;212;p27"/>
          <p:cNvSpPr txBox="1"/>
          <p:nvPr>
            <p:ph idx="17" type="title"/>
          </p:nvPr>
        </p:nvSpPr>
        <p:spPr>
          <a:xfrm>
            <a:off x="228600" y="457200"/>
            <a:ext cx="41604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ards">
  <p:cSld name="CUSTOM_8_1_1_1_1_1_1_1_1_1_1_1_1_1_1_1_1_1_1_1_1_1_1_1_1_1_1">
    <p:spTree>
      <p:nvGrpSpPr>
        <p:cNvPr id="213" name="Shape 213"/>
        <p:cNvGrpSpPr/>
        <p:nvPr/>
      </p:nvGrpSpPr>
      <p:grpSpPr>
        <a:xfrm>
          <a:off x="0" y="0"/>
          <a:ext cx="0" cy="0"/>
          <a:chOff x="0" y="0"/>
          <a:chExt cx="0" cy="0"/>
        </a:xfrm>
      </p:grpSpPr>
      <p:sp>
        <p:nvSpPr>
          <p:cNvPr id="214" name="Google Shape;214;p28"/>
          <p:cNvSpPr txBox="1"/>
          <p:nvPr>
            <p:ph idx="1" type="body"/>
          </p:nvPr>
        </p:nvSpPr>
        <p:spPr>
          <a:xfrm>
            <a:off x="3316788" y="1516150"/>
            <a:ext cx="2513100" cy="7140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15" name="Google Shape;215;p28"/>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216" name="Google Shape;216;p28"/>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217" name="Google Shape;217;p28"/>
          <p:cNvSpPr txBox="1"/>
          <p:nvPr>
            <p:ph idx="3" type="subTitle"/>
          </p:nvPr>
        </p:nvSpPr>
        <p:spPr>
          <a:xfrm>
            <a:off x="355609" y="549950"/>
            <a:ext cx="2433900" cy="431700"/>
          </a:xfrm>
          <a:prstGeom prst="rect">
            <a:avLst/>
          </a:prstGeom>
        </p:spPr>
        <p:txBody>
          <a:bodyPr anchorCtr="0" anchor="t" bIns="0" lIns="0" spcFirstLastPara="1" rIns="0" wrap="square" tIns="0">
            <a:noAutofit/>
          </a:bodyPr>
          <a:lstStyle>
            <a:lvl1pPr lvl="0">
              <a:lnSpc>
                <a:spcPct val="95000"/>
              </a:lnSpc>
              <a:spcBef>
                <a:spcPts val="0"/>
              </a:spcBef>
              <a:spcAft>
                <a:spcPts val="0"/>
              </a:spcAft>
              <a:buNone/>
              <a:defRPr sz="1600"/>
            </a:lvl1pPr>
            <a:lvl2pPr lvl="1">
              <a:lnSpc>
                <a:spcPct val="95000"/>
              </a:lnSpc>
              <a:spcBef>
                <a:spcPts val="0"/>
              </a:spcBef>
              <a:spcAft>
                <a:spcPts val="0"/>
              </a:spcAft>
              <a:buNone/>
              <a:defRPr sz="1600"/>
            </a:lvl2pPr>
            <a:lvl3pPr lvl="2">
              <a:lnSpc>
                <a:spcPct val="95000"/>
              </a:lnSpc>
              <a:spcBef>
                <a:spcPts val="0"/>
              </a:spcBef>
              <a:spcAft>
                <a:spcPts val="0"/>
              </a:spcAft>
              <a:buNone/>
              <a:defRPr sz="1600"/>
            </a:lvl3pPr>
            <a:lvl4pPr lvl="3">
              <a:lnSpc>
                <a:spcPct val="95000"/>
              </a:lnSpc>
              <a:spcBef>
                <a:spcPts val="0"/>
              </a:spcBef>
              <a:spcAft>
                <a:spcPts val="0"/>
              </a:spcAft>
              <a:buNone/>
              <a:defRPr sz="1600"/>
            </a:lvl4pPr>
            <a:lvl5pPr lvl="4">
              <a:lnSpc>
                <a:spcPct val="95000"/>
              </a:lnSpc>
              <a:spcBef>
                <a:spcPts val="0"/>
              </a:spcBef>
              <a:spcAft>
                <a:spcPts val="0"/>
              </a:spcAft>
              <a:buNone/>
              <a:defRPr sz="1600"/>
            </a:lvl5pPr>
            <a:lvl6pPr lvl="5">
              <a:lnSpc>
                <a:spcPct val="95000"/>
              </a:lnSpc>
              <a:spcBef>
                <a:spcPts val="0"/>
              </a:spcBef>
              <a:spcAft>
                <a:spcPts val="0"/>
              </a:spcAft>
              <a:buNone/>
              <a:defRPr sz="1600"/>
            </a:lvl6pPr>
            <a:lvl7pPr lvl="6">
              <a:lnSpc>
                <a:spcPct val="95000"/>
              </a:lnSpc>
              <a:spcBef>
                <a:spcPts val="0"/>
              </a:spcBef>
              <a:spcAft>
                <a:spcPts val="0"/>
              </a:spcAft>
              <a:buNone/>
              <a:defRPr sz="1600"/>
            </a:lvl7pPr>
            <a:lvl8pPr lvl="7">
              <a:lnSpc>
                <a:spcPct val="95000"/>
              </a:lnSpc>
              <a:spcBef>
                <a:spcPts val="0"/>
              </a:spcBef>
              <a:spcAft>
                <a:spcPts val="0"/>
              </a:spcAft>
              <a:buNone/>
              <a:defRPr sz="1600"/>
            </a:lvl8pPr>
            <a:lvl9pPr lvl="8">
              <a:lnSpc>
                <a:spcPct val="95000"/>
              </a:lnSpc>
              <a:spcBef>
                <a:spcPts val="0"/>
              </a:spcBef>
              <a:spcAft>
                <a:spcPts val="0"/>
              </a:spcAft>
              <a:buNone/>
              <a:defRPr sz="1600"/>
            </a:lvl9pPr>
          </a:lstStyle>
          <a:p/>
        </p:txBody>
      </p:sp>
      <p:sp>
        <p:nvSpPr>
          <p:cNvPr id="218" name="Google Shape;218;p28"/>
          <p:cNvSpPr txBox="1"/>
          <p:nvPr>
            <p:ph idx="4" type="body"/>
          </p:nvPr>
        </p:nvSpPr>
        <p:spPr>
          <a:xfrm>
            <a:off x="387450" y="1516150"/>
            <a:ext cx="2513100" cy="7140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19" name="Google Shape;219;p28"/>
          <p:cNvSpPr txBox="1"/>
          <p:nvPr>
            <p:ph idx="5" type="subTitle"/>
          </p:nvPr>
        </p:nvSpPr>
        <p:spPr>
          <a:xfrm>
            <a:off x="3284965" y="549950"/>
            <a:ext cx="2433900" cy="431700"/>
          </a:xfrm>
          <a:prstGeom prst="rect">
            <a:avLst/>
          </a:prstGeom>
        </p:spPr>
        <p:txBody>
          <a:bodyPr anchorCtr="0" anchor="t" bIns="0" lIns="0" spcFirstLastPara="1" rIns="0" wrap="square" tIns="0">
            <a:noAutofit/>
          </a:bodyPr>
          <a:lstStyle>
            <a:lvl1pPr lvl="0">
              <a:lnSpc>
                <a:spcPct val="95000"/>
              </a:lnSpc>
              <a:spcBef>
                <a:spcPts val="0"/>
              </a:spcBef>
              <a:spcAft>
                <a:spcPts val="0"/>
              </a:spcAft>
              <a:buNone/>
              <a:defRPr sz="1600"/>
            </a:lvl1pPr>
            <a:lvl2pPr lvl="1">
              <a:lnSpc>
                <a:spcPct val="95000"/>
              </a:lnSpc>
              <a:spcBef>
                <a:spcPts val="0"/>
              </a:spcBef>
              <a:spcAft>
                <a:spcPts val="0"/>
              </a:spcAft>
              <a:buNone/>
              <a:defRPr sz="1600"/>
            </a:lvl2pPr>
            <a:lvl3pPr lvl="2">
              <a:lnSpc>
                <a:spcPct val="95000"/>
              </a:lnSpc>
              <a:spcBef>
                <a:spcPts val="0"/>
              </a:spcBef>
              <a:spcAft>
                <a:spcPts val="0"/>
              </a:spcAft>
              <a:buNone/>
              <a:defRPr sz="1600"/>
            </a:lvl3pPr>
            <a:lvl4pPr lvl="3">
              <a:lnSpc>
                <a:spcPct val="95000"/>
              </a:lnSpc>
              <a:spcBef>
                <a:spcPts val="0"/>
              </a:spcBef>
              <a:spcAft>
                <a:spcPts val="0"/>
              </a:spcAft>
              <a:buNone/>
              <a:defRPr sz="1600"/>
            </a:lvl4pPr>
            <a:lvl5pPr lvl="4">
              <a:lnSpc>
                <a:spcPct val="95000"/>
              </a:lnSpc>
              <a:spcBef>
                <a:spcPts val="0"/>
              </a:spcBef>
              <a:spcAft>
                <a:spcPts val="0"/>
              </a:spcAft>
              <a:buNone/>
              <a:defRPr sz="1600"/>
            </a:lvl5pPr>
            <a:lvl6pPr lvl="5">
              <a:lnSpc>
                <a:spcPct val="95000"/>
              </a:lnSpc>
              <a:spcBef>
                <a:spcPts val="0"/>
              </a:spcBef>
              <a:spcAft>
                <a:spcPts val="0"/>
              </a:spcAft>
              <a:buNone/>
              <a:defRPr sz="1600"/>
            </a:lvl6pPr>
            <a:lvl7pPr lvl="6">
              <a:lnSpc>
                <a:spcPct val="95000"/>
              </a:lnSpc>
              <a:spcBef>
                <a:spcPts val="0"/>
              </a:spcBef>
              <a:spcAft>
                <a:spcPts val="0"/>
              </a:spcAft>
              <a:buNone/>
              <a:defRPr sz="1600"/>
            </a:lvl7pPr>
            <a:lvl8pPr lvl="7">
              <a:lnSpc>
                <a:spcPct val="95000"/>
              </a:lnSpc>
              <a:spcBef>
                <a:spcPts val="0"/>
              </a:spcBef>
              <a:spcAft>
                <a:spcPts val="0"/>
              </a:spcAft>
              <a:buNone/>
              <a:defRPr sz="1600"/>
            </a:lvl8pPr>
            <a:lvl9pPr lvl="8">
              <a:lnSpc>
                <a:spcPct val="95000"/>
              </a:lnSpc>
              <a:spcBef>
                <a:spcPts val="0"/>
              </a:spcBef>
              <a:spcAft>
                <a:spcPts val="0"/>
              </a:spcAft>
              <a:buNone/>
              <a:defRPr sz="1600"/>
            </a:lvl9pPr>
          </a:lstStyle>
          <a:p/>
        </p:txBody>
      </p:sp>
      <p:sp>
        <p:nvSpPr>
          <p:cNvPr id="220" name="Google Shape;220;p28"/>
          <p:cNvSpPr txBox="1"/>
          <p:nvPr>
            <p:ph idx="6" type="subTitle"/>
          </p:nvPr>
        </p:nvSpPr>
        <p:spPr>
          <a:xfrm>
            <a:off x="6213059" y="560550"/>
            <a:ext cx="2433900" cy="431700"/>
          </a:xfrm>
          <a:prstGeom prst="rect">
            <a:avLst/>
          </a:prstGeom>
        </p:spPr>
        <p:txBody>
          <a:bodyPr anchorCtr="0" anchor="t" bIns="0" lIns="0" spcFirstLastPara="1" rIns="0" wrap="square" tIns="0">
            <a:noAutofit/>
          </a:bodyPr>
          <a:lstStyle>
            <a:lvl1pPr lvl="0">
              <a:lnSpc>
                <a:spcPct val="95000"/>
              </a:lnSpc>
              <a:spcBef>
                <a:spcPts val="0"/>
              </a:spcBef>
              <a:spcAft>
                <a:spcPts val="0"/>
              </a:spcAft>
              <a:buNone/>
              <a:defRPr sz="1600"/>
            </a:lvl1pPr>
            <a:lvl2pPr lvl="1">
              <a:lnSpc>
                <a:spcPct val="95000"/>
              </a:lnSpc>
              <a:spcBef>
                <a:spcPts val="0"/>
              </a:spcBef>
              <a:spcAft>
                <a:spcPts val="0"/>
              </a:spcAft>
              <a:buNone/>
              <a:defRPr sz="1600"/>
            </a:lvl2pPr>
            <a:lvl3pPr lvl="2">
              <a:lnSpc>
                <a:spcPct val="95000"/>
              </a:lnSpc>
              <a:spcBef>
                <a:spcPts val="0"/>
              </a:spcBef>
              <a:spcAft>
                <a:spcPts val="0"/>
              </a:spcAft>
              <a:buNone/>
              <a:defRPr sz="1600"/>
            </a:lvl3pPr>
            <a:lvl4pPr lvl="3">
              <a:lnSpc>
                <a:spcPct val="95000"/>
              </a:lnSpc>
              <a:spcBef>
                <a:spcPts val="0"/>
              </a:spcBef>
              <a:spcAft>
                <a:spcPts val="0"/>
              </a:spcAft>
              <a:buNone/>
              <a:defRPr sz="1600"/>
            </a:lvl4pPr>
            <a:lvl5pPr lvl="4">
              <a:lnSpc>
                <a:spcPct val="95000"/>
              </a:lnSpc>
              <a:spcBef>
                <a:spcPts val="0"/>
              </a:spcBef>
              <a:spcAft>
                <a:spcPts val="0"/>
              </a:spcAft>
              <a:buNone/>
              <a:defRPr sz="1600"/>
            </a:lvl5pPr>
            <a:lvl6pPr lvl="5">
              <a:lnSpc>
                <a:spcPct val="95000"/>
              </a:lnSpc>
              <a:spcBef>
                <a:spcPts val="0"/>
              </a:spcBef>
              <a:spcAft>
                <a:spcPts val="0"/>
              </a:spcAft>
              <a:buNone/>
              <a:defRPr sz="1600"/>
            </a:lvl6pPr>
            <a:lvl7pPr lvl="6">
              <a:lnSpc>
                <a:spcPct val="95000"/>
              </a:lnSpc>
              <a:spcBef>
                <a:spcPts val="0"/>
              </a:spcBef>
              <a:spcAft>
                <a:spcPts val="0"/>
              </a:spcAft>
              <a:buNone/>
              <a:defRPr sz="1600"/>
            </a:lvl7pPr>
            <a:lvl8pPr lvl="7">
              <a:lnSpc>
                <a:spcPct val="95000"/>
              </a:lnSpc>
              <a:spcBef>
                <a:spcPts val="0"/>
              </a:spcBef>
              <a:spcAft>
                <a:spcPts val="0"/>
              </a:spcAft>
              <a:buNone/>
              <a:defRPr sz="1600"/>
            </a:lvl8pPr>
            <a:lvl9pPr lvl="8">
              <a:lnSpc>
                <a:spcPct val="95000"/>
              </a:lnSpc>
              <a:spcBef>
                <a:spcPts val="0"/>
              </a:spcBef>
              <a:spcAft>
                <a:spcPts val="0"/>
              </a:spcAft>
              <a:buNone/>
              <a:defRPr sz="1600"/>
            </a:lvl9pPr>
          </a:lstStyle>
          <a:p/>
        </p:txBody>
      </p:sp>
      <p:sp>
        <p:nvSpPr>
          <p:cNvPr id="221" name="Google Shape;221;p28"/>
          <p:cNvSpPr txBox="1"/>
          <p:nvPr>
            <p:ph idx="7" type="body"/>
          </p:nvPr>
        </p:nvSpPr>
        <p:spPr>
          <a:xfrm>
            <a:off x="6244900" y="1526750"/>
            <a:ext cx="2513100" cy="7140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ersona - Alt 2">
  <p:cSld name="CUSTOM_8_1_1_1_1_1_1_1_1_1_1_1_1_1_1_1_1_1_1_1_1_1_1_1_1_1_1_1">
    <p:spTree>
      <p:nvGrpSpPr>
        <p:cNvPr id="222" name="Shape 222"/>
        <p:cNvGrpSpPr/>
        <p:nvPr/>
      </p:nvGrpSpPr>
      <p:grpSpPr>
        <a:xfrm>
          <a:off x="0" y="0"/>
          <a:ext cx="0" cy="0"/>
          <a:chOff x="0" y="0"/>
          <a:chExt cx="0" cy="0"/>
        </a:xfrm>
      </p:grpSpPr>
      <p:sp>
        <p:nvSpPr>
          <p:cNvPr id="223" name="Google Shape;223;p29"/>
          <p:cNvSpPr/>
          <p:nvPr/>
        </p:nvSpPr>
        <p:spPr>
          <a:xfrm rot="10800000">
            <a:off x="-25" y="250"/>
            <a:ext cx="3066900" cy="5147700"/>
          </a:xfrm>
          <a:prstGeom prst="rect">
            <a:avLst/>
          </a:prstGeom>
          <a:gradFill>
            <a:gsLst>
              <a:gs pos="0">
                <a:schemeClr val="accent6"/>
              </a:gs>
              <a:gs pos="100000">
                <a:schemeClr val="lt2"/>
              </a:gs>
            </a:gsLst>
            <a:lin ang="54007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224" name="Google Shape;224;p29"/>
          <p:cNvSpPr txBox="1"/>
          <p:nvPr/>
        </p:nvSpPr>
        <p:spPr>
          <a:xfrm>
            <a:off x="230934" y="1805263"/>
            <a:ext cx="372000" cy="246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1600">
                <a:solidFill>
                  <a:schemeClr val="dk1"/>
                </a:solidFill>
                <a:latin typeface="Jost"/>
                <a:ea typeface="Jost"/>
                <a:cs typeface="Jost"/>
                <a:sym typeface="Jost"/>
              </a:rPr>
              <a:t>🡖</a:t>
            </a:r>
            <a:endParaRPr sz="1600">
              <a:solidFill>
                <a:schemeClr val="dk1"/>
              </a:solidFill>
              <a:latin typeface="Jost"/>
              <a:ea typeface="Jost"/>
              <a:cs typeface="Jost"/>
              <a:sym typeface="Jost"/>
            </a:endParaRPr>
          </a:p>
        </p:txBody>
      </p:sp>
      <p:sp>
        <p:nvSpPr>
          <p:cNvPr id="225" name="Google Shape;225;p29"/>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226" name="Google Shape;226;p29"/>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227" name="Google Shape;227;p29"/>
          <p:cNvSpPr txBox="1"/>
          <p:nvPr>
            <p:ph idx="3" type="title"/>
          </p:nvPr>
        </p:nvSpPr>
        <p:spPr>
          <a:xfrm>
            <a:off x="230937" y="1593450"/>
            <a:ext cx="2378700" cy="343200"/>
          </a:xfrm>
          <a:prstGeom prst="rect">
            <a:avLst/>
          </a:prstGeom>
        </p:spPr>
        <p:txBody>
          <a:bodyPr anchorCtr="0" anchor="t" bIns="0" lIns="0" spcFirstLastPara="1" rIns="0" wrap="square" tIns="0">
            <a:noAutofit/>
          </a:bodyPr>
          <a:lstStyle>
            <a:lvl1pPr lvl="0">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228" name="Google Shape;228;p29"/>
          <p:cNvSpPr txBox="1"/>
          <p:nvPr>
            <p:ph idx="1" type="body"/>
          </p:nvPr>
        </p:nvSpPr>
        <p:spPr>
          <a:xfrm>
            <a:off x="230938" y="2041800"/>
            <a:ext cx="2378700" cy="9627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29" name="Google Shape;229;p29"/>
          <p:cNvSpPr txBox="1"/>
          <p:nvPr>
            <p:ph idx="4" type="body"/>
          </p:nvPr>
        </p:nvSpPr>
        <p:spPr>
          <a:xfrm>
            <a:off x="3439371" y="907600"/>
            <a:ext cx="2498700" cy="3432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30" name="Google Shape;230;p29"/>
          <p:cNvSpPr txBox="1"/>
          <p:nvPr>
            <p:ph idx="5" type="subTitle"/>
          </p:nvPr>
        </p:nvSpPr>
        <p:spPr>
          <a:xfrm>
            <a:off x="3439363" y="618975"/>
            <a:ext cx="2378700" cy="167700"/>
          </a:xfrm>
          <a:prstGeom prst="rect">
            <a:avLst/>
          </a:prstGeom>
        </p:spPr>
        <p:txBody>
          <a:bodyPr anchorCtr="0" anchor="ctr" bIns="0" lIns="0" spcFirstLastPara="1" rIns="0" wrap="square" tIns="0">
            <a:noAutofit/>
          </a:bodyPr>
          <a:lstStyle>
            <a:lvl1pPr lvl="0">
              <a:spcBef>
                <a:spcPts val="0"/>
              </a:spcBef>
              <a:spcAft>
                <a:spcPts val="0"/>
              </a:spcAft>
              <a:buNone/>
              <a:defRPr sz="1200">
                <a:solidFill>
                  <a:schemeClr val="accent4"/>
                </a:solidFill>
                <a:latin typeface="Jost"/>
                <a:ea typeface="Jost"/>
                <a:cs typeface="Jost"/>
                <a:sym typeface="Jost"/>
              </a:defRPr>
            </a:lvl1pPr>
            <a:lvl2pPr lvl="1">
              <a:spcBef>
                <a:spcPts val="0"/>
              </a:spcBef>
              <a:spcAft>
                <a:spcPts val="0"/>
              </a:spcAft>
              <a:buNone/>
              <a:defRPr sz="1200">
                <a:solidFill>
                  <a:schemeClr val="accent4"/>
                </a:solidFill>
                <a:latin typeface="Jost"/>
                <a:ea typeface="Jost"/>
                <a:cs typeface="Jost"/>
                <a:sym typeface="Jost"/>
              </a:defRPr>
            </a:lvl2pPr>
            <a:lvl3pPr lvl="2">
              <a:spcBef>
                <a:spcPts val="0"/>
              </a:spcBef>
              <a:spcAft>
                <a:spcPts val="0"/>
              </a:spcAft>
              <a:buNone/>
              <a:defRPr sz="1200">
                <a:solidFill>
                  <a:schemeClr val="accent4"/>
                </a:solidFill>
                <a:latin typeface="Jost"/>
                <a:ea typeface="Jost"/>
                <a:cs typeface="Jost"/>
                <a:sym typeface="Jost"/>
              </a:defRPr>
            </a:lvl3pPr>
            <a:lvl4pPr lvl="3">
              <a:spcBef>
                <a:spcPts val="0"/>
              </a:spcBef>
              <a:spcAft>
                <a:spcPts val="0"/>
              </a:spcAft>
              <a:buNone/>
              <a:defRPr sz="1200">
                <a:solidFill>
                  <a:schemeClr val="accent4"/>
                </a:solidFill>
                <a:latin typeface="Jost"/>
                <a:ea typeface="Jost"/>
                <a:cs typeface="Jost"/>
                <a:sym typeface="Jost"/>
              </a:defRPr>
            </a:lvl4pPr>
            <a:lvl5pPr lvl="4">
              <a:spcBef>
                <a:spcPts val="0"/>
              </a:spcBef>
              <a:spcAft>
                <a:spcPts val="0"/>
              </a:spcAft>
              <a:buNone/>
              <a:defRPr sz="1200">
                <a:solidFill>
                  <a:schemeClr val="accent4"/>
                </a:solidFill>
                <a:latin typeface="Jost"/>
                <a:ea typeface="Jost"/>
                <a:cs typeface="Jost"/>
                <a:sym typeface="Jost"/>
              </a:defRPr>
            </a:lvl5pPr>
            <a:lvl6pPr lvl="5">
              <a:spcBef>
                <a:spcPts val="0"/>
              </a:spcBef>
              <a:spcAft>
                <a:spcPts val="0"/>
              </a:spcAft>
              <a:buNone/>
              <a:defRPr sz="1200">
                <a:solidFill>
                  <a:schemeClr val="accent4"/>
                </a:solidFill>
                <a:latin typeface="Jost"/>
                <a:ea typeface="Jost"/>
                <a:cs typeface="Jost"/>
                <a:sym typeface="Jost"/>
              </a:defRPr>
            </a:lvl6pPr>
            <a:lvl7pPr lvl="6">
              <a:spcBef>
                <a:spcPts val="0"/>
              </a:spcBef>
              <a:spcAft>
                <a:spcPts val="0"/>
              </a:spcAft>
              <a:buNone/>
              <a:defRPr sz="1200">
                <a:solidFill>
                  <a:schemeClr val="accent4"/>
                </a:solidFill>
                <a:latin typeface="Jost"/>
                <a:ea typeface="Jost"/>
                <a:cs typeface="Jost"/>
                <a:sym typeface="Jost"/>
              </a:defRPr>
            </a:lvl7pPr>
            <a:lvl8pPr lvl="7">
              <a:spcBef>
                <a:spcPts val="0"/>
              </a:spcBef>
              <a:spcAft>
                <a:spcPts val="0"/>
              </a:spcAft>
              <a:buNone/>
              <a:defRPr sz="1200">
                <a:solidFill>
                  <a:schemeClr val="accent4"/>
                </a:solidFill>
                <a:latin typeface="Jost"/>
                <a:ea typeface="Jost"/>
                <a:cs typeface="Jost"/>
                <a:sym typeface="Jost"/>
              </a:defRPr>
            </a:lvl8pPr>
            <a:lvl9pPr lvl="8">
              <a:spcBef>
                <a:spcPts val="0"/>
              </a:spcBef>
              <a:spcAft>
                <a:spcPts val="0"/>
              </a:spcAft>
              <a:buNone/>
              <a:defRPr sz="1200">
                <a:solidFill>
                  <a:schemeClr val="accent4"/>
                </a:solidFill>
                <a:latin typeface="Jost"/>
                <a:ea typeface="Jost"/>
                <a:cs typeface="Jost"/>
                <a:sym typeface="Jost"/>
              </a:defRPr>
            </a:lvl9pPr>
          </a:lstStyle>
          <a:p/>
        </p:txBody>
      </p:sp>
      <p:sp>
        <p:nvSpPr>
          <p:cNvPr id="231" name="Google Shape;231;p29"/>
          <p:cNvSpPr txBox="1"/>
          <p:nvPr>
            <p:ph idx="6" type="body"/>
          </p:nvPr>
        </p:nvSpPr>
        <p:spPr>
          <a:xfrm>
            <a:off x="3439371" y="2532294"/>
            <a:ext cx="2498700" cy="3432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32" name="Google Shape;232;p29"/>
          <p:cNvSpPr txBox="1"/>
          <p:nvPr>
            <p:ph idx="7" type="subTitle"/>
          </p:nvPr>
        </p:nvSpPr>
        <p:spPr>
          <a:xfrm>
            <a:off x="3439363" y="2243669"/>
            <a:ext cx="2378700" cy="167700"/>
          </a:xfrm>
          <a:prstGeom prst="rect">
            <a:avLst/>
          </a:prstGeom>
        </p:spPr>
        <p:txBody>
          <a:bodyPr anchorCtr="0" anchor="ctr" bIns="0" lIns="0" spcFirstLastPara="1" rIns="0" wrap="square" tIns="0">
            <a:noAutofit/>
          </a:bodyPr>
          <a:lstStyle>
            <a:lvl1pPr lvl="0">
              <a:spcBef>
                <a:spcPts val="0"/>
              </a:spcBef>
              <a:spcAft>
                <a:spcPts val="0"/>
              </a:spcAft>
              <a:buNone/>
              <a:defRPr sz="1200">
                <a:solidFill>
                  <a:schemeClr val="accent4"/>
                </a:solidFill>
                <a:latin typeface="Jost"/>
                <a:ea typeface="Jost"/>
                <a:cs typeface="Jost"/>
                <a:sym typeface="Jost"/>
              </a:defRPr>
            </a:lvl1pPr>
            <a:lvl2pPr lvl="1">
              <a:spcBef>
                <a:spcPts val="0"/>
              </a:spcBef>
              <a:spcAft>
                <a:spcPts val="0"/>
              </a:spcAft>
              <a:buNone/>
              <a:defRPr sz="1200">
                <a:solidFill>
                  <a:schemeClr val="accent4"/>
                </a:solidFill>
                <a:latin typeface="Jost"/>
                <a:ea typeface="Jost"/>
                <a:cs typeface="Jost"/>
                <a:sym typeface="Jost"/>
              </a:defRPr>
            </a:lvl2pPr>
            <a:lvl3pPr lvl="2">
              <a:spcBef>
                <a:spcPts val="0"/>
              </a:spcBef>
              <a:spcAft>
                <a:spcPts val="0"/>
              </a:spcAft>
              <a:buNone/>
              <a:defRPr sz="1200">
                <a:solidFill>
                  <a:schemeClr val="accent4"/>
                </a:solidFill>
                <a:latin typeface="Jost"/>
                <a:ea typeface="Jost"/>
                <a:cs typeface="Jost"/>
                <a:sym typeface="Jost"/>
              </a:defRPr>
            </a:lvl3pPr>
            <a:lvl4pPr lvl="3">
              <a:spcBef>
                <a:spcPts val="0"/>
              </a:spcBef>
              <a:spcAft>
                <a:spcPts val="0"/>
              </a:spcAft>
              <a:buNone/>
              <a:defRPr sz="1200">
                <a:solidFill>
                  <a:schemeClr val="accent4"/>
                </a:solidFill>
                <a:latin typeface="Jost"/>
                <a:ea typeface="Jost"/>
                <a:cs typeface="Jost"/>
                <a:sym typeface="Jost"/>
              </a:defRPr>
            </a:lvl4pPr>
            <a:lvl5pPr lvl="4">
              <a:spcBef>
                <a:spcPts val="0"/>
              </a:spcBef>
              <a:spcAft>
                <a:spcPts val="0"/>
              </a:spcAft>
              <a:buNone/>
              <a:defRPr sz="1200">
                <a:solidFill>
                  <a:schemeClr val="accent4"/>
                </a:solidFill>
                <a:latin typeface="Jost"/>
                <a:ea typeface="Jost"/>
                <a:cs typeface="Jost"/>
                <a:sym typeface="Jost"/>
              </a:defRPr>
            </a:lvl5pPr>
            <a:lvl6pPr lvl="5">
              <a:spcBef>
                <a:spcPts val="0"/>
              </a:spcBef>
              <a:spcAft>
                <a:spcPts val="0"/>
              </a:spcAft>
              <a:buNone/>
              <a:defRPr sz="1200">
                <a:solidFill>
                  <a:schemeClr val="accent4"/>
                </a:solidFill>
                <a:latin typeface="Jost"/>
                <a:ea typeface="Jost"/>
                <a:cs typeface="Jost"/>
                <a:sym typeface="Jost"/>
              </a:defRPr>
            </a:lvl6pPr>
            <a:lvl7pPr lvl="6">
              <a:spcBef>
                <a:spcPts val="0"/>
              </a:spcBef>
              <a:spcAft>
                <a:spcPts val="0"/>
              </a:spcAft>
              <a:buNone/>
              <a:defRPr sz="1200">
                <a:solidFill>
                  <a:schemeClr val="accent4"/>
                </a:solidFill>
                <a:latin typeface="Jost"/>
                <a:ea typeface="Jost"/>
                <a:cs typeface="Jost"/>
                <a:sym typeface="Jost"/>
              </a:defRPr>
            </a:lvl7pPr>
            <a:lvl8pPr lvl="7">
              <a:spcBef>
                <a:spcPts val="0"/>
              </a:spcBef>
              <a:spcAft>
                <a:spcPts val="0"/>
              </a:spcAft>
              <a:buNone/>
              <a:defRPr sz="1200">
                <a:solidFill>
                  <a:schemeClr val="accent4"/>
                </a:solidFill>
                <a:latin typeface="Jost"/>
                <a:ea typeface="Jost"/>
                <a:cs typeface="Jost"/>
                <a:sym typeface="Jost"/>
              </a:defRPr>
            </a:lvl8pPr>
            <a:lvl9pPr lvl="8">
              <a:spcBef>
                <a:spcPts val="0"/>
              </a:spcBef>
              <a:spcAft>
                <a:spcPts val="0"/>
              </a:spcAft>
              <a:buNone/>
              <a:defRPr sz="1200">
                <a:solidFill>
                  <a:schemeClr val="accent4"/>
                </a:solidFill>
                <a:latin typeface="Jost"/>
                <a:ea typeface="Jost"/>
                <a:cs typeface="Jost"/>
                <a:sym typeface="Jost"/>
              </a:defRPr>
            </a:lvl9pPr>
          </a:lstStyle>
          <a:p/>
        </p:txBody>
      </p:sp>
      <p:sp>
        <p:nvSpPr>
          <p:cNvPr id="233" name="Google Shape;233;p29"/>
          <p:cNvSpPr txBox="1"/>
          <p:nvPr>
            <p:ph idx="8" type="body"/>
          </p:nvPr>
        </p:nvSpPr>
        <p:spPr>
          <a:xfrm>
            <a:off x="6313271" y="907600"/>
            <a:ext cx="2498700" cy="3432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34" name="Google Shape;234;p29"/>
          <p:cNvSpPr txBox="1"/>
          <p:nvPr>
            <p:ph idx="9" type="subTitle"/>
          </p:nvPr>
        </p:nvSpPr>
        <p:spPr>
          <a:xfrm>
            <a:off x="6313263" y="618975"/>
            <a:ext cx="2378700" cy="167700"/>
          </a:xfrm>
          <a:prstGeom prst="rect">
            <a:avLst/>
          </a:prstGeom>
        </p:spPr>
        <p:txBody>
          <a:bodyPr anchorCtr="0" anchor="ctr" bIns="0" lIns="0" spcFirstLastPara="1" rIns="0" wrap="square" tIns="0">
            <a:noAutofit/>
          </a:bodyPr>
          <a:lstStyle>
            <a:lvl1pPr lvl="0">
              <a:spcBef>
                <a:spcPts val="0"/>
              </a:spcBef>
              <a:spcAft>
                <a:spcPts val="0"/>
              </a:spcAft>
              <a:buNone/>
              <a:defRPr sz="1200">
                <a:solidFill>
                  <a:schemeClr val="accent4"/>
                </a:solidFill>
                <a:latin typeface="Jost"/>
                <a:ea typeface="Jost"/>
                <a:cs typeface="Jost"/>
                <a:sym typeface="Jost"/>
              </a:defRPr>
            </a:lvl1pPr>
            <a:lvl2pPr lvl="1">
              <a:spcBef>
                <a:spcPts val="0"/>
              </a:spcBef>
              <a:spcAft>
                <a:spcPts val="0"/>
              </a:spcAft>
              <a:buNone/>
              <a:defRPr sz="1200">
                <a:solidFill>
                  <a:schemeClr val="accent4"/>
                </a:solidFill>
                <a:latin typeface="Jost"/>
                <a:ea typeface="Jost"/>
                <a:cs typeface="Jost"/>
                <a:sym typeface="Jost"/>
              </a:defRPr>
            </a:lvl2pPr>
            <a:lvl3pPr lvl="2">
              <a:spcBef>
                <a:spcPts val="0"/>
              </a:spcBef>
              <a:spcAft>
                <a:spcPts val="0"/>
              </a:spcAft>
              <a:buNone/>
              <a:defRPr sz="1200">
                <a:solidFill>
                  <a:schemeClr val="accent4"/>
                </a:solidFill>
                <a:latin typeface="Jost"/>
                <a:ea typeface="Jost"/>
                <a:cs typeface="Jost"/>
                <a:sym typeface="Jost"/>
              </a:defRPr>
            </a:lvl3pPr>
            <a:lvl4pPr lvl="3">
              <a:spcBef>
                <a:spcPts val="0"/>
              </a:spcBef>
              <a:spcAft>
                <a:spcPts val="0"/>
              </a:spcAft>
              <a:buNone/>
              <a:defRPr sz="1200">
                <a:solidFill>
                  <a:schemeClr val="accent4"/>
                </a:solidFill>
                <a:latin typeface="Jost"/>
                <a:ea typeface="Jost"/>
                <a:cs typeface="Jost"/>
                <a:sym typeface="Jost"/>
              </a:defRPr>
            </a:lvl4pPr>
            <a:lvl5pPr lvl="4">
              <a:spcBef>
                <a:spcPts val="0"/>
              </a:spcBef>
              <a:spcAft>
                <a:spcPts val="0"/>
              </a:spcAft>
              <a:buNone/>
              <a:defRPr sz="1200">
                <a:solidFill>
                  <a:schemeClr val="accent4"/>
                </a:solidFill>
                <a:latin typeface="Jost"/>
                <a:ea typeface="Jost"/>
                <a:cs typeface="Jost"/>
                <a:sym typeface="Jost"/>
              </a:defRPr>
            </a:lvl5pPr>
            <a:lvl6pPr lvl="5">
              <a:spcBef>
                <a:spcPts val="0"/>
              </a:spcBef>
              <a:spcAft>
                <a:spcPts val="0"/>
              </a:spcAft>
              <a:buNone/>
              <a:defRPr sz="1200">
                <a:solidFill>
                  <a:schemeClr val="accent4"/>
                </a:solidFill>
                <a:latin typeface="Jost"/>
                <a:ea typeface="Jost"/>
                <a:cs typeface="Jost"/>
                <a:sym typeface="Jost"/>
              </a:defRPr>
            </a:lvl6pPr>
            <a:lvl7pPr lvl="6">
              <a:spcBef>
                <a:spcPts val="0"/>
              </a:spcBef>
              <a:spcAft>
                <a:spcPts val="0"/>
              </a:spcAft>
              <a:buNone/>
              <a:defRPr sz="1200">
                <a:solidFill>
                  <a:schemeClr val="accent4"/>
                </a:solidFill>
                <a:latin typeface="Jost"/>
                <a:ea typeface="Jost"/>
                <a:cs typeface="Jost"/>
                <a:sym typeface="Jost"/>
              </a:defRPr>
            </a:lvl7pPr>
            <a:lvl8pPr lvl="7">
              <a:spcBef>
                <a:spcPts val="0"/>
              </a:spcBef>
              <a:spcAft>
                <a:spcPts val="0"/>
              </a:spcAft>
              <a:buNone/>
              <a:defRPr sz="1200">
                <a:solidFill>
                  <a:schemeClr val="accent4"/>
                </a:solidFill>
                <a:latin typeface="Jost"/>
                <a:ea typeface="Jost"/>
                <a:cs typeface="Jost"/>
                <a:sym typeface="Jost"/>
              </a:defRPr>
            </a:lvl8pPr>
            <a:lvl9pPr lvl="8">
              <a:spcBef>
                <a:spcPts val="0"/>
              </a:spcBef>
              <a:spcAft>
                <a:spcPts val="0"/>
              </a:spcAft>
              <a:buNone/>
              <a:defRPr sz="1200">
                <a:solidFill>
                  <a:schemeClr val="accent4"/>
                </a:solidFill>
                <a:latin typeface="Jost"/>
                <a:ea typeface="Jost"/>
                <a:cs typeface="Jost"/>
                <a:sym typeface="Jost"/>
              </a:defRPr>
            </a:lvl9pPr>
          </a:lstStyle>
          <a:p/>
        </p:txBody>
      </p:sp>
      <p:sp>
        <p:nvSpPr>
          <p:cNvPr id="235" name="Google Shape;235;p29"/>
          <p:cNvSpPr txBox="1"/>
          <p:nvPr>
            <p:ph idx="13" type="body"/>
          </p:nvPr>
        </p:nvSpPr>
        <p:spPr>
          <a:xfrm>
            <a:off x="6313271" y="2532294"/>
            <a:ext cx="2498700" cy="3432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36" name="Google Shape;236;p29"/>
          <p:cNvSpPr txBox="1"/>
          <p:nvPr>
            <p:ph idx="14" type="subTitle"/>
          </p:nvPr>
        </p:nvSpPr>
        <p:spPr>
          <a:xfrm>
            <a:off x="6313263" y="2243669"/>
            <a:ext cx="2378700" cy="167700"/>
          </a:xfrm>
          <a:prstGeom prst="rect">
            <a:avLst/>
          </a:prstGeom>
        </p:spPr>
        <p:txBody>
          <a:bodyPr anchorCtr="0" anchor="ctr" bIns="0" lIns="0" spcFirstLastPara="1" rIns="0" wrap="square" tIns="0">
            <a:noAutofit/>
          </a:bodyPr>
          <a:lstStyle>
            <a:lvl1pPr lvl="0">
              <a:spcBef>
                <a:spcPts val="0"/>
              </a:spcBef>
              <a:spcAft>
                <a:spcPts val="0"/>
              </a:spcAft>
              <a:buNone/>
              <a:defRPr sz="1200">
                <a:solidFill>
                  <a:schemeClr val="accent4"/>
                </a:solidFill>
                <a:latin typeface="Jost"/>
                <a:ea typeface="Jost"/>
                <a:cs typeface="Jost"/>
                <a:sym typeface="Jost"/>
              </a:defRPr>
            </a:lvl1pPr>
            <a:lvl2pPr lvl="1">
              <a:spcBef>
                <a:spcPts val="0"/>
              </a:spcBef>
              <a:spcAft>
                <a:spcPts val="0"/>
              </a:spcAft>
              <a:buNone/>
              <a:defRPr sz="1200">
                <a:solidFill>
                  <a:schemeClr val="accent4"/>
                </a:solidFill>
                <a:latin typeface="Jost"/>
                <a:ea typeface="Jost"/>
                <a:cs typeface="Jost"/>
                <a:sym typeface="Jost"/>
              </a:defRPr>
            </a:lvl2pPr>
            <a:lvl3pPr lvl="2">
              <a:spcBef>
                <a:spcPts val="0"/>
              </a:spcBef>
              <a:spcAft>
                <a:spcPts val="0"/>
              </a:spcAft>
              <a:buNone/>
              <a:defRPr sz="1200">
                <a:solidFill>
                  <a:schemeClr val="accent4"/>
                </a:solidFill>
                <a:latin typeface="Jost"/>
                <a:ea typeface="Jost"/>
                <a:cs typeface="Jost"/>
                <a:sym typeface="Jost"/>
              </a:defRPr>
            </a:lvl3pPr>
            <a:lvl4pPr lvl="3">
              <a:spcBef>
                <a:spcPts val="0"/>
              </a:spcBef>
              <a:spcAft>
                <a:spcPts val="0"/>
              </a:spcAft>
              <a:buNone/>
              <a:defRPr sz="1200">
                <a:solidFill>
                  <a:schemeClr val="accent4"/>
                </a:solidFill>
                <a:latin typeface="Jost"/>
                <a:ea typeface="Jost"/>
                <a:cs typeface="Jost"/>
                <a:sym typeface="Jost"/>
              </a:defRPr>
            </a:lvl4pPr>
            <a:lvl5pPr lvl="4">
              <a:spcBef>
                <a:spcPts val="0"/>
              </a:spcBef>
              <a:spcAft>
                <a:spcPts val="0"/>
              </a:spcAft>
              <a:buNone/>
              <a:defRPr sz="1200">
                <a:solidFill>
                  <a:schemeClr val="accent4"/>
                </a:solidFill>
                <a:latin typeface="Jost"/>
                <a:ea typeface="Jost"/>
                <a:cs typeface="Jost"/>
                <a:sym typeface="Jost"/>
              </a:defRPr>
            </a:lvl5pPr>
            <a:lvl6pPr lvl="5">
              <a:spcBef>
                <a:spcPts val="0"/>
              </a:spcBef>
              <a:spcAft>
                <a:spcPts val="0"/>
              </a:spcAft>
              <a:buNone/>
              <a:defRPr sz="1200">
                <a:solidFill>
                  <a:schemeClr val="accent4"/>
                </a:solidFill>
                <a:latin typeface="Jost"/>
                <a:ea typeface="Jost"/>
                <a:cs typeface="Jost"/>
                <a:sym typeface="Jost"/>
              </a:defRPr>
            </a:lvl6pPr>
            <a:lvl7pPr lvl="6">
              <a:spcBef>
                <a:spcPts val="0"/>
              </a:spcBef>
              <a:spcAft>
                <a:spcPts val="0"/>
              </a:spcAft>
              <a:buNone/>
              <a:defRPr sz="1200">
                <a:solidFill>
                  <a:schemeClr val="accent4"/>
                </a:solidFill>
                <a:latin typeface="Jost"/>
                <a:ea typeface="Jost"/>
                <a:cs typeface="Jost"/>
                <a:sym typeface="Jost"/>
              </a:defRPr>
            </a:lvl7pPr>
            <a:lvl8pPr lvl="7">
              <a:spcBef>
                <a:spcPts val="0"/>
              </a:spcBef>
              <a:spcAft>
                <a:spcPts val="0"/>
              </a:spcAft>
              <a:buNone/>
              <a:defRPr sz="1200">
                <a:solidFill>
                  <a:schemeClr val="accent4"/>
                </a:solidFill>
                <a:latin typeface="Jost"/>
                <a:ea typeface="Jost"/>
                <a:cs typeface="Jost"/>
                <a:sym typeface="Jost"/>
              </a:defRPr>
            </a:lvl8pPr>
            <a:lvl9pPr lvl="8">
              <a:spcBef>
                <a:spcPts val="0"/>
              </a:spcBef>
              <a:spcAft>
                <a:spcPts val="0"/>
              </a:spcAft>
              <a:buNone/>
              <a:defRPr sz="1200">
                <a:solidFill>
                  <a:schemeClr val="accent4"/>
                </a:solidFill>
                <a:latin typeface="Jost"/>
                <a:ea typeface="Jost"/>
                <a:cs typeface="Jost"/>
                <a:sym typeface="Jost"/>
              </a:defRPr>
            </a:lvl9pPr>
          </a:lstStyle>
          <a:p/>
        </p:txBody>
      </p:sp>
      <p:sp>
        <p:nvSpPr>
          <p:cNvPr id="237" name="Google Shape;237;p29"/>
          <p:cNvSpPr txBox="1"/>
          <p:nvPr>
            <p:ph idx="15" type="body"/>
          </p:nvPr>
        </p:nvSpPr>
        <p:spPr>
          <a:xfrm>
            <a:off x="230650" y="3875100"/>
            <a:ext cx="2378700" cy="913500"/>
          </a:xfrm>
          <a:prstGeom prst="rect">
            <a:avLst/>
          </a:prstGeom>
        </p:spPr>
        <p:txBody>
          <a:bodyPr anchorCtr="0" anchor="t" bIns="0" lIns="0" spcFirstLastPara="1" rIns="0" wrap="square" tIns="0">
            <a:spAutoFit/>
          </a:bodyPr>
          <a:lstStyle>
            <a:lvl1pPr indent="-304800" lvl="0" marL="457200">
              <a:spcBef>
                <a:spcPts val="0"/>
              </a:spcBef>
              <a:spcAft>
                <a:spcPts val="0"/>
              </a:spcAft>
              <a:buClr>
                <a:schemeClr val="dk1"/>
              </a:buClr>
              <a:buSzPts val="1200"/>
              <a:buFont typeface="Figtree"/>
              <a:buChar char="●"/>
              <a:defRPr>
                <a:latin typeface="Figtree"/>
                <a:ea typeface="Figtree"/>
                <a:cs typeface="Figtree"/>
                <a:sym typeface="Figtree"/>
              </a:defRPr>
            </a:lvl1pPr>
            <a:lvl2pPr indent="-304800" lvl="1" marL="914400">
              <a:spcBef>
                <a:spcPts val="0"/>
              </a:spcBef>
              <a:spcAft>
                <a:spcPts val="0"/>
              </a:spcAft>
              <a:buClr>
                <a:schemeClr val="dk1"/>
              </a:buClr>
              <a:buSzPts val="1200"/>
              <a:buFont typeface="Figtree"/>
              <a:buChar char="○"/>
              <a:defRPr>
                <a:latin typeface="Figtree"/>
                <a:ea typeface="Figtree"/>
                <a:cs typeface="Figtree"/>
                <a:sym typeface="Figtree"/>
              </a:defRPr>
            </a:lvl2pPr>
            <a:lvl3pPr indent="-304800" lvl="2" marL="1371600">
              <a:spcBef>
                <a:spcPts val="0"/>
              </a:spcBef>
              <a:spcAft>
                <a:spcPts val="0"/>
              </a:spcAft>
              <a:buClr>
                <a:schemeClr val="dk1"/>
              </a:buClr>
              <a:buSzPts val="1200"/>
              <a:buFont typeface="Figtree"/>
              <a:buChar char="■"/>
              <a:defRPr>
                <a:latin typeface="Figtree"/>
                <a:ea typeface="Figtree"/>
                <a:cs typeface="Figtree"/>
                <a:sym typeface="Figtree"/>
              </a:defRPr>
            </a:lvl3pPr>
            <a:lvl4pPr indent="-304800" lvl="3" marL="1828800">
              <a:spcBef>
                <a:spcPts val="0"/>
              </a:spcBef>
              <a:spcAft>
                <a:spcPts val="0"/>
              </a:spcAft>
              <a:buClr>
                <a:schemeClr val="dk1"/>
              </a:buClr>
              <a:buSzPts val="1200"/>
              <a:buFont typeface="Figtree"/>
              <a:buChar char="●"/>
              <a:defRPr>
                <a:latin typeface="Figtree"/>
                <a:ea typeface="Figtree"/>
                <a:cs typeface="Figtree"/>
                <a:sym typeface="Figtree"/>
              </a:defRPr>
            </a:lvl4pPr>
            <a:lvl5pPr indent="-304800" lvl="4" marL="2286000">
              <a:spcBef>
                <a:spcPts val="0"/>
              </a:spcBef>
              <a:spcAft>
                <a:spcPts val="0"/>
              </a:spcAft>
              <a:buClr>
                <a:schemeClr val="dk1"/>
              </a:buClr>
              <a:buSzPts val="1200"/>
              <a:buFont typeface="Figtree"/>
              <a:buChar char="○"/>
              <a:defRPr>
                <a:latin typeface="Figtree"/>
                <a:ea typeface="Figtree"/>
                <a:cs typeface="Figtree"/>
                <a:sym typeface="Figtree"/>
              </a:defRPr>
            </a:lvl5pPr>
            <a:lvl6pPr indent="-304800" lvl="5" marL="2743200">
              <a:spcBef>
                <a:spcPts val="0"/>
              </a:spcBef>
              <a:spcAft>
                <a:spcPts val="0"/>
              </a:spcAft>
              <a:buClr>
                <a:schemeClr val="dk1"/>
              </a:buClr>
              <a:buSzPts val="1200"/>
              <a:buFont typeface="Figtree"/>
              <a:buChar char="■"/>
              <a:defRPr>
                <a:latin typeface="Figtree"/>
                <a:ea typeface="Figtree"/>
                <a:cs typeface="Figtree"/>
                <a:sym typeface="Figtree"/>
              </a:defRPr>
            </a:lvl6pPr>
            <a:lvl7pPr indent="-304800" lvl="6" marL="3200400">
              <a:spcBef>
                <a:spcPts val="0"/>
              </a:spcBef>
              <a:spcAft>
                <a:spcPts val="0"/>
              </a:spcAft>
              <a:buClr>
                <a:schemeClr val="dk1"/>
              </a:buClr>
              <a:buSzPts val="1200"/>
              <a:buFont typeface="Figtree"/>
              <a:buChar char="●"/>
              <a:defRPr>
                <a:latin typeface="Figtree"/>
                <a:ea typeface="Figtree"/>
                <a:cs typeface="Figtree"/>
                <a:sym typeface="Figtree"/>
              </a:defRPr>
            </a:lvl7pPr>
            <a:lvl8pPr indent="-304800" lvl="7" marL="3657600">
              <a:spcBef>
                <a:spcPts val="0"/>
              </a:spcBef>
              <a:spcAft>
                <a:spcPts val="0"/>
              </a:spcAft>
              <a:buClr>
                <a:schemeClr val="dk1"/>
              </a:buClr>
              <a:buSzPts val="1200"/>
              <a:buFont typeface="Figtree"/>
              <a:buChar char="○"/>
              <a:defRPr>
                <a:latin typeface="Figtree"/>
                <a:ea typeface="Figtree"/>
                <a:cs typeface="Figtree"/>
                <a:sym typeface="Figtree"/>
              </a:defRPr>
            </a:lvl8pPr>
            <a:lvl9pPr indent="-304800" lvl="8" marL="4114800">
              <a:spcBef>
                <a:spcPts val="0"/>
              </a:spcBef>
              <a:spcAft>
                <a:spcPts val="0"/>
              </a:spcAft>
              <a:buClr>
                <a:schemeClr val="dk1"/>
              </a:buClr>
              <a:buSzPts val="1200"/>
              <a:buFont typeface="Figtree"/>
              <a:buChar char="■"/>
              <a:defRPr>
                <a:latin typeface="Figtree"/>
                <a:ea typeface="Figtree"/>
                <a:cs typeface="Figtree"/>
                <a:sym typeface="Figtree"/>
              </a:defRPr>
            </a:lvl9pPr>
          </a:lstStyle>
          <a:p/>
        </p:txBody>
      </p:sp>
      <p:sp>
        <p:nvSpPr>
          <p:cNvPr id="238" name="Google Shape;238;p29"/>
          <p:cNvSpPr/>
          <p:nvPr>
            <p:ph idx="16" type="pic"/>
          </p:nvPr>
        </p:nvSpPr>
        <p:spPr>
          <a:xfrm>
            <a:off x="230350" y="457200"/>
            <a:ext cx="853200" cy="1031100"/>
          </a:xfrm>
          <a:prstGeom prst="rect">
            <a:avLst/>
          </a:prstGeom>
          <a:noFill/>
          <a:ln>
            <a:noFill/>
          </a:ln>
        </p:spPr>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cards">
  <p:cSld name="CUSTOM_14">
    <p:spTree>
      <p:nvGrpSpPr>
        <p:cNvPr id="239" name="Shape 239"/>
        <p:cNvGrpSpPr/>
        <p:nvPr/>
      </p:nvGrpSpPr>
      <p:grpSpPr>
        <a:xfrm>
          <a:off x="0" y="0"/>
          <a:ext cx="0" cy="0"/>
          <a:chOff x="0" y="0"/>
          <a:chExt cx="0" cy="0"/>
        </a:xfrm>
      </p:grpSpPr>
      <p:sp>
        <p:nvSpPr>
          <p:cNvPr id="240" name="Google Shape;240;p30"/>
          <p:cNvSpPr/>
          <p:nvPr/>
        </p:nvSpPr>
        <p:spPr>
          <a:xfrm rot="-2700000">
            <a:off x="1338758" y="-3230594"/>
            <a:ext cx="6464087" cy="6464087"/>
          </a:xfrm>
          <a:prstGeom prst="rtTriangle">
            <a:avLst/>
          </a:prstGeom>
          <a:gradFill>
            <a:gsLst>
              <a:gs pos="0">
                <a:schemeClr val="lt2"/>
              </a:gs>
              <a:gs pos="72000">
                <a:schemeClr val="l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Jost"/>
              <a:ea typeface="Jost"/>
              <a:cs typeface="Jost"/>
              <a:sym typeface="Jost"/>
            </a:endParaRPr>
          </a:p>
        </p:txBody>
      </p:sp>
      <p:sp>
        <p:nvSpPr>
          <p:cNvPr id="241" name="Google Shape;241;p30"/>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700"/>
              <a:buFont typeface="Figtree"/>
              <a:buNone/>
              <a:defRPr sz="700"/>
            </a:lvl2pPr>
            <a:lvl3pPr lvl="2">
              <a:spcBef>
                <a:spcPts val="0"/>
              </a:spcBef>
              <a:spcAft>
                <a:spcPts val="0"/>
              </a:spcAft>
              <a:buSzPts val="700"/>
              <a:buFont typeface="Figtree"/>
              <a:buNone/>
              <a:defRPr sz="700"/>
            </a:lvl3pPr>
            <a:lvl4pPr lvl="3">
              <a:spcBef>
                <a:spcPts val="0"/>
              </a:spcBef>
              <a:spcAft>
                <a:spcPts val="0"/>
              </a:spcAft>
              <a:buSzPts val="700"/>
              <a:buFont typeface="Figtree"/>
              <a:buNone/>
              <a:defRPr sz="700"/>
            </a:lvl4pPr>
            <a:lvl5pPr lvl="4">
              <a:spcBef>
                <a:spcPts val="0"/>
              </a:spcBef>
              <a:spcAft>
                <a:spcPts val="0"/>
              </a:spcAft>
              <a:buSzPts val="700"/>
              <a:buFont typeface="Figtree"/>
              <a:buNone/>
              <a:defRPr sz="700"/>
            </a:lvl5pPr>
            <a:lvl6pPr lvl="5">
              <a:spcBef>
                <a:spcPts val="0"/>
              </a:spcBef>
              <a:spcAft>
                <a:spcPts val="0"/>
              </a:spcAft>
              <a:buSzPts val="700"/>
              <a:buFont typeface="Figtree"/>
              <a:buNone/>
              <a:defRPr sz="700"/>
            </a:lvl6pPr>
            <a:lvl7pPr lvl="6">
              <a:spcBef>
                <a:spcPts val="0"/>
              </a:spcBef>
              <a:spcAft>
                <a:spcPts val="0"/>
              </a:spcAft>
              <a:buSzPts val="700"/>
              <a:buFont typeface="Figtree"/>
              <a:buNone/>
              <a:defRPr sz="700"/>
            </a:lvl7pPr>
            <a:lvl8pPr lvl="7">
              <a:spcBef>
                <a:spcPts val="0"/>
              </a:spcBef>
              <a:spcAft>
                <a:spcPts val="0"/>
              </a:spcAft>
              <a:buSzPts val="700"/>
              <a:buFont typeface="Figtree"/>
              <a:buNone/>
              <a:defRPr sz="700"/>
            </a:lvl8pPr>
            <a:lvl9pPr lvl="8">
              <a:spcBef>
                <a:spcPts val="0"/>
              </a:spcBef>
              <a:spcAft>
                <a:spcPts val="0"/>
              </a:spcAft>
              <a:buSzPts val="700"/>
              <a:buFont typeface="Figtree"/>
              <a:buNone/>
              <a:defRPr sz="700"/>
            </a:lvl9pPr>
          </a:lstStyle>
          <a:p/>
        </p:txBody>
      </p:sp>
      <p:sp>
        <p:nvSpPr>
          <p:cNvPr id="242" name="Google Shape;242;p30"/>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700"/>
              <a:buFont typeface="Figtree"/>
              <a:buNone/>
              <a:defRPr sz="700"/>
            </a:lvl2pPr>
            <a:lvl3pPr lvl="2">
              <a:spcBef>
                <a:spcPts val="0"/>
              </a:spcBef>
              <a:spcAft>
                <a:spcPts val="0"/>
              </a:spcAft>
              <a:buSzPts val="700"/>
              <a:buFont typeface="Figtree"/>
              <a:buNone/>
              <a:defRPr sz="700"/>
            </a:lvl3pPr>
            <a:lvl4pPr lvl="3">
              <a:spcBef>
                <a:spcPts val="0"/>
              </a:spcBef>
              <a:spcAft>
                <a:spcPts val="0"/>
              </a:spcAft>
              <a:buSzPts val="700"/>
              <a:buFont typeface="Figtree"/>
              <a:buNone/>
              <a:defRPr sz="700"/>
            </a:lvl4pPr>
            <a:lvl5pPr lvl="4">
              <a:spcBef>
                <a:spcPts val="0"/>
              </a:spcBef>
              <a:spcAft>
                <a:spcPts val="0"/>
              </a:spcAft>
              <a:buSzPts val="700"/>
              <a:buFont typeface="Figtree"/>
              <a:buNone/>
              <a:defRPr sz="700"/>
            </a:lvl5pPr>
            <a:lvl6pPr lvl="5">
              <a:spcBef>
                <a:spcPts val="0"/>
              </a:spcBef>
              <a:spcAft>
                <a:spcPts val="0"/>
              </a:spcAft>
              <a:buSzPts val="700"/>
              <a:buFont typeface="Figtree"/>
              <a:buNone/>
              <a:defRPr sz="700"/>
            </a:lvl6pPr>
            <a:lvl7pPr lvl="6">
              <a:spcBef>
                <a:spcPts val="0"/>
              </a:spcBef>
              <a:spcAft>
                <a:spcPts val="0"/>
              </a:spcAft>
              <a:buSzPts val="700"/>
              <a:buFont typeface="Figtree"/>
              <a:buNone/>
              <a:defRPr sz="700"/>
            </a:lvl7pPr>
            <a:lvl8pPr lvl="7">
              <a:spcBef>
                <a:spcPts val="0"/>
              </a:spcBef>
              <a:spcAft>
                <a:spcPts val="0"/>
              </a:spcAft>
              <a:buSzPts val="700"/>
              <a:buFont typeface="Figtree"/>
              <a:buNone/>
              <a:defRPr sz="700"/>
            </a:lvl8pPr>
            <a:lvl9pPr lvl="8">
              <a:spcBef>
                <a:spcPts val="0"/>
              </a:spcBef>
              <a:spcAft>
                <a:spcPts val="0"/>
              </a:spcAft>
              <a:buSzPts val="700"/>
              <a:buFont typeface="Figtree"/>
              <a:buNone/>
              <a:defRPr sz="700"/>
            </a:lvl9pPr>
          </a:lstStyle>
          <a:p/>
        </p:txBody>
      </p:sp>
      <p:sp>
        <p:nvSpPr>
          <p:cNvPr id="243" name="Google Shape;243;p30"/>
          <p:cNvSpPr txBox="1"/>
          <p:nvPr>
            <p:ph idx="3" type="title"/>
          </p:nvPr>
        </p:nvSpPr>
        <p:spPr>
          <a:xfrm>
            <a:off x="228600" y="457200"/>
            <a:ext cx="41604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244" name="Google Shape;244;p30"/>
          <p:cNvSpPr txBox="1"/>
          <p:nvPr>
            <p:ph idx="1" type="body"/>
          </p:nvPr>
        </p:nvSpPr>
        <p:spPr>
          <a:xfrm>
            <a:off x="429350" y="1801500"/>
            <a:ext cx="1683300" cy="714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45" name="Google Shape;245;p30"/>
          <p:cNvSpPr txBox="1"/>
          <p:nvPr>
            <p:ph idx="4" type="subTitle"/>
          </p:nvPr>
        </p:nvSpPr>
        <p:spPr>
          <a:xfrm>
            <a:off x="429350" y="1286000"/>
            <a:ext cx="1683300" cy="431700"/>
          </a:xfrm>
          <a:prstGeom prst="rect">
            <a:avLst/>
          </a:prstGeom>
        </p:spPr>
        <p:txBody>
          <a:bodyPr anchorCtr="0" anchor="t" bIns="0" lIns="0" spcFirstLastPara="1" rIns="0" wrap="square" tIns="0">
            <a:noAutofit/>
          </a:bodyPr>
          <a:lstStyle>
            <a:lvl1pPr lvl="0">
              <a:lnSpc>
                <a:spcPct val="95000"/>
              </a:lnSpc>
              <a:spcBef>
                <a:spcPts val="0"/>
              </a:spcBef>
              <a:spcAft>
                <a:spcPts val="0"/>
              </a:spcAft>
              <a:buNone/>
              <a:defRPr sz="1200"/>
            </a:lvl1pPr>
            <a:lvl2pPr lvl="1">
              <a:lnSpc>
                <a:spcPct val="95000"/>
              </a:lnSpc>
              <a:spcBef>
                <a:spcPts val="0"/>
              </a:spcBef>
              <a:spcAft>
                <a:spcPts val="0"/>
              </a:spcAft>
              <a:buNone/>
              <a:defRPr sz="1200"/>
            </a:lvl2pPr>
            <a:lvl3pPr lvl="2">
              <a:lnSpc>
                <a:spcPct val="95000"/>
              </a:lnSpc>
              <a:spcBef>
                <a:spcPts val="0"/>
              </a:spcBef>
              <a:spcAft>
                <a:spcPts val="0"/>
              </a:spcAft>
              <a:buNone/>
              <a:defRPr sz="1200"/>
            </a:lvl3pPr>
            <a:lvl4pPr lvl="3">
              <a:lnSpc>
                <a:spcPct val="95000"/>
              </a:lnSpc>
              <a:spcBef>
                <a:spcPts val="0"/>
              </a:spcBef>
              <a:spcAft>
                <a:spcPts val="0"/>
              </a:spcAft>
              <a:buNone/>
              <a:defRPr sz="1200"/>
            </a:lvl4pPr>
            <a:lvl5pPr lvl="4">
              <a:lnSpc>
                <a:spcPct val="95000"/>
              </a:lnSpc>
              <a:spcBef>
                <a:spcPts val="0"/>
              </a:spcBef>
              <a:spcAft>
                <a:spcPts val="0"/>
              </a:spcAft>
              <a:buNone/>
              <a:defRPr sz="1200"/>
            </a:lvl5pPr>
            <a:lvl6pPr lvl="5">
              <a:lnSpc>
                <a:spcPct val="95000"/>
              </a:lnSpc>
              <a:spcBef>
                <a:spcPts val="0"/>
              </a:spcBef>
              <a:spcAft>
                <a:spcPts val="0"/>
              </a:spcAft>
              <a:buNone/>
              <a:defRPr sz="1200"/>
            </a:lvl6pPr>
            <a:lvl7pPr lvl="6">
              <a:lnSpc>
                <a:spcPct val="95000"/>
              </a:lnSpc>
              <a:spcBef>
                <a:spcPts val="0"/>
              </a:spcBef>
              <a:spcAft>
                <a:spcPts val="0"/>
              </a:spcAft>
              <a:buNone/>
              <a:defRPr sz="1200"/>
            </a:lvl7pPr>
            <a:lvl8pPr lvl="7">
              <a:lnSpc>
                <a:spcPct val="95000"/>
              </a:lnSpc>
              <a:spcBef>
                <a:spcPts val="0"/>
              </a:spcBef>
              <a:spcAft>
                <a:spcPts val="0"/>
              </a:spcAft>
              <a:buNone/>
              <a:defRPr sz="1200"/>
            </a:lvl8pPr>
            <a:lvl9pPr lvl="8">
              <a:lnSpc>
                <a:spcPct val="95000"/>
              </a:lnSpc>
              <a:spcBef>
                <a:spcPts val="0"/>
              </a:spcBef>
              <a:spcAft>
                <a:spcPts val="0"/>
              </a:spcAft>
              <a:buNone/>
              <a:defRPr sz="1200"/>
            </a:lvl9pPr>
          </a:lstStyle>
          <a:p/>
        </p:txBody>
      </p:sp>
      <p:sp>
        <p:nvSpPr>
          <p:cNvPr id="246" name="Google Shape;246;p30"/>
          <p:cNvSpPr txBox="1"/>
          <p:nvPr>
            <p:ph idx="5" type="body"/>
          </p:nvPr>
        </p:nvSpPr>
        <p:spPr>
          <a:xfrm>
            <a:off x="4833813" y="1801500"/>
            <a:ext cx="1683300" cy="714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47" name="Google Shape;247;p30"/>
          <p:cNvSpPr txBox="1"/>
          <p:nvPr>
            <p:ph idx="6" type="subTitle"/>
          </p:nvPr>
        </p:nvSpPr>
        <p:spPr>
          <a:xfrm>
            <a:off x="4833813" y="1286000"/>
            <a:ext cx="1683300" cy="431700"/>
          </a:xfrm>
          <a:prstGeom prst="rect">
            <a:avLst/>
          </a:prstGeom>
        </p:spPr>
        <p:txBody>
          <a:bodyPr anchorCtr="0" anchor="t" bIns="0" lIns="0" spcFirstLastPara="1" rIns="0" wrap="square" tIns="0">
            <a:noAutofit/>
          </a:bodyPr>
          <a:lstStyle>
            <a:lvl1pPr lvl="0">
              <a:lnSpc>
                <a:spcPct val="95000"/>
              </a:lnSpc>
              <a:spcBef>
                <a:spcPts val="0"/>
              </a:spcBef>
              <a:spcAft>
                <a:spcPts val="0"/>
              </a:spcAft>
              <a:buNone/>
              <a:defRPr sz="1200"/>
            </a:lvl1pPr>
            <a:lvl2pPr lvl="1">
              <a:lnSpc>
                <a:spcPct val="95000"/>
              </a:lnSpc>
              <a:spcBef>
                <a:spcPts val="0"/>
              </a:spcBef>
              <a:spcAft>
                <a:spcPts val="0"/>
              </a:spcAft>
              <a:buNone/>
              <a:defRPr sz="1200"/>
            </a:lvl2pPr>
            <a:lvl3pPr lvl="2">
              <a:lnSpc>
                <a:spcPct val="95000"/>
              </a:lnSpc>
              <a:spcBef>
                <a:spcPts val="0"/>
              </a:spcBef>
              <a:spcAft>
                <a:spcPts val="0"/>
              </a:spcAft>
              <a:buNone/>
              <a:defRPr sz="1200"/>
            </a:lvl3pPr>
            <a:lvl4pPr lvl="3">
              <a:lnSpc>
                <a:spcPct val="95000"/>
              </a:lnSpc>
              <a:spcBef>
                <a:spcPts val="0"/>
              </a:spcBef>
              <a:spcAft>
                <a:spcPts val="0"/>
              </a:spcAft>
              <a:buNone/>
              <a:defRPr sz="1200"/>
            </a:lvl4pPr>
            <a:lvl5pPr lvl="4">
              <a:lnSpc>
                <a:spcPct val="95000"/>
              </a:lnSpc>
              <a:spcBef>
                <a:spcPts val="0"/>
              </a:spcBef>
              <a:spcAft>
                <a:spcPts val="0"/>
              </a:spcAft>
              <a:buNone/>
              <a:defRPr sz="1200"/>
            </a:lvl5pPr>
            <a:lvl6pPr lvl="5">
              <a:lnSpc>
                <a:spcPct val="95000"/>
              </a:lnSpc>
              <a:spcBef>
                <a:spcPts val="0"/>
              </a:spcBef>
              <a:spcAft>
                <a:spcPts val="0"/>
              </a:spcAft>
              <a:buNone/>
              <a:defRPr sz="1200"/>
            </a:lvl6pPr>
            <a:lvl7pPr lvl="6">
              <a:lnSpc>
                <a:spcPct val="95000"/>
              </a:lnSpc>
              <a:spcBef>
                <a:spcPts val="0"/>
              </a:spcBef>
              <a:spcAft>
                <a:spcPts val="0"/>
              </a:spcAft>
              <a:buNone/>
              <a:defRPr sz="1200"/>
            </a:lvl7pPr>
            <a:lvl8pPr lvl="7">
              <a:lnSpc>
                <a:spcPct val="95000"/>
              </a:lnSpc>
              <a:spcBef>
                <a:spcPts val="0"/>
              </a:spcBef>
              <a:spcAft>
                <a:spcPts val="0"/>
              </a:spcAft>
              <a:buNone/>
              <a:defRPr sz="1200"/>
            </a:lvl8pPr>
            <a:lvl9pPr lvl="8">
              <a:lnSpc>
                <a:spcPct val="95000"/>
              </a:lnSpc>
              <a:spcBef>
                <a:spcPts val="0"/>
              </a:spcBef>
              <a:spcAft>
                <a:spcPts val="0"/>
              </a:spcAft>
              <a:buNone/>
              <a:defRPr sz="1200"/>
            </a:lvl9pPr>
          </a:lstStyle>
          <a:p/>
        </p:txBody>
      </p:sp>
      <p:sp>
        <p:nvSpPr>
          <p:cNvPr id="248" name="Google Shape;248;p30"/>
          <p:cNvSpPr txBox="1"/>
          <p:nvPr>
            <p:ph idx="7" type="body"/>
          </p:nvPr>
        </p:nvSpPr>
        <p:spPr>
          <a:xfrm>
            <a:off x="2631588" y="2360650"/>
            <a:ext cx="1683300" cy="714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49" name="Google Shape;249;p30"/>
          <p:cNvSpPr txBox="1"/>
          <p:nvPr>
            <p:ph idx="8" type="subTitle"/>
          </p:nvPr>
        </p:nvSpPr>
        <p:spPr>
          <a:xfrm>
            <a:off x="2631588" y="1845150"/>
            <a:ext cx="1683300" cy="431700"/>
          </a:xfrm>
          <a:prstGeom prst="rect">
            <a:avLst/>
          </a:prstGeom>
        </p:spPr>
        <p:txBody>
          <a:bodyPr anchorCtr="0" anchor="t" bIns="0" lIns="0" spcFirstLastPara="1" rIns="0" wrap="square" tIns="0">
            <a:noAutofit/>
          </a:bodyPr>
          <a:lstStyle>
            <a:lvl1pPr lvl="0">
              <a:lnSpc>
                <a:spcPct val="95000"/>
              </a:lnSpc>
              <a:spcBef>
                <a:spcPts val="0"/>
              </a:spcBef>
              <a:spcAft>
                <a:spcPts val="0"/>
              </a:spcAft>
              <a:buNone/>
              <a:defRPr sz="1200"/>
            </a:lvl1pPr>
            <a:lvl2pPr lvl="1">
              <a:lnSpc>
                <a:spcPct val="95000"/>
              </a:lnSpc>
              <a:spcBef>
                <a:spcPts val="0"/>
              </a:spcBef>
              <a:spcAft>
                <a:spcPts val="0"/>
              </a:spcAft>
              <a:buNone/>
              <a:defRPr sz="1200"/>
            </a:lvl2pPr>
            <a:lvl3pPr lvl="2">
              <a:lnSpc>
                <a:spcPct val="95000"/>
              </a:lnSpc>
              <a:spcBef>
                <a:spcPts val="0"/>
              </a:spcBef>
              <a:spcAft>
                <a:spcPts val="0"/>
              </a:spcAft>
              <a:buNone/>
              <a:defRPr sz="1200"/>
            </a:lvl3pPr>
            <a:lvl4pPr lvl="3">
              <a:lnSpc>
                <a:spcPct val="95000"/>
              </a:lnSpc>
              <a:spcBef>
                <a:spcPts val="0"/>
              </a:spcBef>
              <a:spcAft>
                <a:spcPts val="0"/>
              </a:spcAft>
              <a:buNone/>
              <a:defRPr sz="1200"/>
            </a:lvl4pPr>
            <a:lvl5pPr lvl="4">
              <a:lnSpc>
                <a:spcPct val="95000"/>
              </a:lnSpc>
              <a:spcBef>
                <a:spcPts val="0"/>
              </a:spcBef>
              <a:spcAft>
                <a:spcPts val="0"/>
              </a:spcAft>
              <a:buNone/>
              <a:defRPr sz="1200"/>
            </a:lvl5pPr>
            <a:lvl6pPr lvl="5">
              <a:lnSpc>
                <a:spcPct val="95000"/>
              </a:lnSpc>
              <a:spcBef>
                <a:spcPts val="0"/>
              </a:spcBef>
              <a:spcAft>
                <a:spcPts val="0"/>
              </a:spcAft>
              <a:buNone/>
              <a:defRPr sz="1200"/>
            </a:lvl6pPr>
            <a:lvl7pPr lvl="6">
              <a:lnSpc>
                <a:spcPct val="95000"/>
              </a:lnSpc>
              <a:spcBef>
                <a:spcPts val="0"/>
              </a:spcBef>
              <a:spcAft>
                <a:spcPts val="0"/>
              </a:spcAft>
              <a:buNone/>
              <a:defRPr sz="1200"/>
            </a:lvl7pPr>
            <a:lvl8pPr lvl="7">
              <a:lnSpc>
                <a:spcPct val="95000"/>
              </a:lnSpc>
              <a:spcBef>
                <a:spcPts val="0"/>
              </a:spcBef>
              <a:spcAft>
                <a:spcPts val="0"/>
              </a:spcAft>
              <a:buNone/>
              <a:defRPr sz="1200"/>
            </a:lvl8pPr>
            <a:lvl9pPr lvl="8">
              <a:lnSpc>
                <a:spcPct val="95000"/>
              </a:lnSpc>
              <a:spcBef>
                <a:spcPts val="0"/>
              </a:spcBef>
              <a:spcAft>
                <a:spcPts val="0"/>
              </a:spcAft>
              <a:buNone/>
              <a:defRPr sz="1200"/>
            </a:lvl9pPr>
          </a:lstStyle>
          <a:p/>
        </p:txBody>
      </p:sp>
      <p:sp>
        <p:nvSpPr>
          <p:cNvPr id="250" name="Google Shape;250;p30"/>
          <p:cNvSpPr txBox="1"/>
          <p:nvPr>
            <p:ph idx="9" type="body"/>
          </p:nvPr>
        </p:nvSpPr>
        <p:spPr>
          <a:xfrm>
            <a:off x="7036075" y="2360650"/>
            <a:ext cx="1683300" cy="714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51" name="Google Shape;251;p30"/>
          <p:cNvSpPr txBox="1"/>
          <p:nvPr>
            <p:ph idx="13" type="subTitle"/>
          </p:nvPr>
        </p:nvSpPr>
        <p:spPr>
          <a:xfrm>
            <a:off x="7036075" y="1845150"/>
            <a:ext cx="1683300" cy="431700"/>
          </a:xfrm>
          <a:prstGeom prst="rect">
            <a:avLst/>
          </a:prstGeom>
        </p:spPr>
        <p:txBody>
          <a:bodyPr anchorCtr="0" anchor="t" bIns="0" lIns="0" spcFirstLastPara="1" rIns="0" wrap="square" tIns="0">
            <a:noAutofit/>
          </a:bodyPr>
          <a:lstStyle>
            <a:lvl1pPr lvl="0">
              <a:lnSpc>
                <a:spcPct val="95000"/>
              </a:lnSpc>
              <a:spcBef>
                <a:spcPts val="0"/>
              </a:spcBef>
              <a:spcAft>
                <a:spcPts val="0"/>
              </a:spcAft>
              <a:buNone/>
              <a:defRPr sz="1200"/>
            </a:lvl1pPr>
            <a:lvl2pPr lvl="1">
              <a:lnSpc>
                <a:spcPct val="95000"/>
              </a:lnSpc>
              <a:spcBef>
                <a:spcPts val="0"/>
              </a:spcBef>
              <a:spcAft>
                <a:spcPts val="0"/>
              </a:spcAft>
              <a:buNone/>
              <a:defRPr sz="1200"/>
            </a:lvl2pPr>
            <a:lvl3pPr lvl="2">
              <a:lnSpc>
                <a:spcPct val="95000"/>
              </a:lnSpc>
              <a:spcBef>
                <a:spcPts val="0"/>
              </a:spcBef>
              <a:spcAft>
                <a:spcPts val="0"/>
              </a:spcAft>
              <a:buNone/>
              <a:defRPr sz="1200"/>
            </a:lvl3pPr>
            <a:lvl4pPr lvl="3">
              <a:lnSpc>
                <a:spcPct val="95000"/>
              </a:lnSpc>
              <a:spcBef>
                <a:spcPts val="0"/>
              </a:spcBef>
              <a:spcAft>
                <a:spcPts val="0"/>
              </a:spcAft>
              <a:buNone/>
              <a:defRPr sz="1200"/>
            </a:lvl4pPr>
            <a:lvl5pPr lvl="4">
              <a:lnSpc>
                <a:spcPct val="95000"/>
              </a:lnSpc>
              <a:spcBef>
                <a:spcPts val="0"/>
              </a:spcBef>
              <a:spcAft>
                <a:spcPts val="0"/>
              </a:spcAft>
              <a:buNone/>
              <a:defRPr sz="1200"/>
            </a:lvl5pPr>
            <a:lvl6pPr lvl="5">
              <a:lnSpc>
                <a:spcPct val="95000"/>
              </a:lnSpc>
              <a:spcBef>
                <a:spcPts val="0"/>
              </a:spcBef>
              <a:spcAft>
                <a:spcPts val="0"/>
              </a:spcAft>
              <a:buNone/>
              <a:defRPr sz="1200"/>
            </a:lvl6pPr>
            <a:lvl7pPr lvl="6">
              <a:lnSpc>
                <a:spcPct val="95000"/>
              </a:lnSpc>
              <a:spcBef>
                <a:spcPts val="0"/>
              </a:spcBef>
              <a:spcAft>
                <a:spcPts val="0"/>
              </a:spcAft>
              <a:buNone/>
              <a:defRPr sz="1200"/>
            </a:lvl7pPr>
            <a:lvl8pPr lvl="7">
              <a:lnSpc>
                <a:spcPct val="95000"/>
              </a:lnSpc>
              <a:spcBef>
                <a:spcPts val="0"/>
              </a:spcBef>
              <a:spcAft>
                <a:spcPts val="0"/>
              </a:spcAft>
              <a:buNone/>
              <a:defRPr sz="1200"/>
            </a:lvl8pPr>
            <a:lvl9pPr lvl="8">
              <a:lnSpc>
                <a:spcPct val="95000"/>
              </a:lnSpc>
              <a:spcBef>
                <a:spcPts val="0"/>
              </a:spcBef>
              <a:spcAft>
                <a:spcPts val="0"/>
              </a:spcAft>
              <a:buNone/>
              <a:defRPr sz="1200"/>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phic">
  <p:cSld name="CUSTOM_8_1_1_1_1_1_1_1_1_1_1_1_1_1_1_1_1_1_1_1_1_1_1_1_1_1_1_1_1_1">
    <p:spTree>
      <p:nvGrpSpPr>
        <p:cNvPr id="252" name="Shape 252"/>
        <p:cNvGrpSpPr/>
        <p:nvPr/>
      </p:nvGrpSpPr>
      <p:grpSpPr>
        <a:xfrm>
          <a:off x="0" y="0"/>
          <a:ext cx="0" cy="0"/>
          <a:chOff x="0" y="0"/>
          <a:chExt cx="0" cy="0"/>
        </a:xfrm>
      </p:grpSpPr>
      <p:sp>
        <p:nvSpPr>
          <p:cNvPr id="253" name="Google Shape;253;p31"/>
          <p:cNvSpPr/>
          <p:nvPr/>
        </p:nvSpPr>
        <p:spPr>
          <a:xfrm>
            <a:off x="0" y="0"/>
            <a:ext cx="3177300" cy="3177300"/>
          </a:xfrm>
          <a:prstGeom prst="rect">
            <a:avLst/>
          </a:prstGeom>
          <a:gradFill>
            <a:gsLst>
              <a:gs pos="0">
                <a:schemeClr val="lt2"/>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254" name="Google Shape;254;p31"/>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255" name="Google Shape;255;p31"/>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256" name="Google Shape;256;p31"/>
          <p:cNvSpPr txBox="1"/>
          <p:nvPr>
            <p:ph idx="1" type="body"/>
          </p:nvPr>
        </p:nvSpPr>
        <p:spPr>
          <a:xfrm>
            <a:off x="337797" y="1044075"/>
            <a:ext cx="2839500" cy="714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57" name="Google Shape;257;p31"/>
          <p:cNvSpPr txBox="1"/>
          <p:nvPr>
            <p:ph idx="3" type="body"/>
          </p:nvPr>
        </p:nvSpPr>
        <p:spPr>
          <a:xfrm>
            <a:off x="5967566" y="1044075"/>
            <a:ext cx="2855700" cy="714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58" name="Google Shape;258;p31"/>
          <p:cNvSpPr txBox="1"/>
          <p:nvPr>
            <p:ph idx="4" type="body"/>
          </p:nvPr>
        </p:nvSpPr>
        <p:spPr>
          <a:xfrm>
            <a:off x="321474" y="3385428"/>
            <a:ext cx="2839500" cy="714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59" name="Google Shape;259;p31"/>
          <p:cNvSpPr txBox="1"/>
          <p:nvPr>
            <p:ph idx="5" type="body"/>
          </p:nvPr>
        </p:nvSpPr>
        <p:spPr>
          <a:xfrm>
            <a:off x="5951149" y="3385428"/>
            <a:ext cx="2855700" cy="714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60" name="Google Shape;260;p31"/>
          <p:cNvSpPr txBox="1"/>
          <p:nvPr>
            <p:ph idx="6" type="subTitle"/>
          </p:nvPr>
        </p:nvSpPr>
        <p:spPr>
          <a:xfrm>
            <a:off x="3505113" y="2005475"/>
            <a:ext cx="1000200" cy="172200"/>
          </a:xfrm>
          <a:prstGeom prst="rect">
            <a:avLst/>
          </a:prstGeom>
        </p:spPr>
        <p:txBody>
          <a:bodyPr anchorCtr="0" anchor="ctr" bIns="0" lIns="0" spcFirstLastPara="1" rIns="0" wrap="square" tIns="0">
            <a:noAutofit/>
          </a:bodyPr>
          <a:lstStyle>
            <a:lvl1pPr lvl="0" algn="ctr">
              <a:spcBef>
                <a:spcPts val="0"/>
              </a:spcBef>
              <a:spcAft>
                <a:spcPts val="0"/>
              </a:spcAft>
              <a:buNone/>
              <a:defRPr sz="1000"/>
            </a:lvl1pPr>
            <a:lvl2pPr lvl="1" algn="ctr">
              <a:spcBef>
                <a:spcPts val="0"/>
              </a:spcBef>
              <a:spcAft>
                <a:spcPts val="0"/>
              </a:spcAft>
              <a:buNone/>
              <a:defRPr sz="1000"/>
            </a:lvl2pPr>
            <a:lvl3pPr lvl="2" algn="ctr">
              <a:spcBef>
                <a:spcPts val="0"/>
              </a:spcBef>
              <a:spcAft>
                <a:spcPts val="0"/>
              </a:spcAft>
              <a:buNone/>
              <a:defRPr sz="1000"/>
            </a:lvl3pPr>
            <a:lvl4pPr lvl="3" algn="ctr">
              <a:spcBef>
                <a:spcPts val="0"/>
              </a:spcBef>
              <a:spcAft>
                <a:spcPts val="0"/>
              </a:spcAft>
              <a:buNone/>
              <a:defRPr sz="1000"/>
            </a:lvl4pPr>
            <a:lvl5pPr lvl="4" algn="ctr">
              <a:spcBef>
                <a:spcPts val="0"/>
              </a:spcBef>
              <a:spcAft>
                <a:spcPts val="0"/>
              </a:spcAft>
              <a:buNone/>
              <a:defRPr sz="1000"/>
            </a:lvl5pPr>
            <a:lvl6pPr lvl="5" algn="ctr">
              <a:spcBef>
                <a:spcPts val="0"/>
              </a:spcBef>
              <a:spcAft>
                <a:spcPts val="0"/>
              </a:spcAft>
              <a:buNone/>
              <a:defRPr sz="1000"/>
            </a:lvl6pPr>
            <a:lvl7pPr lvl="6" algn="ctr">
              <a:spcBef>
                <a:spcPts val="0"/>
              </a:spcBef>
              <a:spcAft>
                <a:spcPts val="0"/>
              </a:spcAft>
              <a:buNone/>
              <a:defRPr sz="1000"/>
            </a:lvl7pPr>
            <a:lvl8pPr lvl="7" algn="ctr">
              <a:spcBef>
                <a:spcPts val="0"/>
              </a:spcBef>
              <a:spcAft>
                <a:spcPts val="0"/>
              </a:spcAft>
              <a:buNone/>
              <a:defRPr sz="1000"/>
            </a:lvl8pPr>
            <a:lvl9pPr lvl="8" algn="ctr">
              <a:spcBef>
                <a:spcPts val="0"/>
              </a:spcBef>
              <a:spcAft>
                <a:spcPts val="0"/>
              </a:spcAft>
              <a:buNone/>
              <a:defRPr sz="1000"/>
            </a:lvl9pPr>
          </a:lstStyle>
          <a:p/>
        </p:txBody>
      </p:sp>
      <p:sp>
        <p:nvSpPr>
          <p:cNvPr id="261" name="Google Shape;261;p31"/>
          <p:cNvSpPr txBox="1"/>
          <p:nvPr>
            <p:ph idx="7" type="subTitle"/>
          </p:nvPr>
        </p:nvSpPr>
        <p:spPr>
          <a:xfrm>
            <a:off x="4638638" y="2005475"/>
            <a:ext cx="1000200" cy="172200"/>
          </a:xfrm>
          <a:prstGeom prst="rect">
            <a:avLst/>
          </a:prstGeom>
        </p:spPr>
        <p:txBody>
          <a:bodyPr anchorCtr="0" anchor="ctr" bIns="0" lIns="0" spcFirstLastPara="1" rIns="0" wrap="square" tIns="0">
            <a:noAutofit/>
          </a:bodyPr>
          <a:lstStyle>
            <a:lvl1pPr lvl="0" algn="ctr">
              <a:spcBef>
                <a:spcPts val="0"/>
              </a:spcBef>
              <a:spcAft>
                <a:spcPts val="0"/>
              </a:spcAft>
              <a:buNone/>
              <a:defRPr sz="1000"/>
            </a:lvl1pPr>
            <a:lvl2pPr lvl="1" algn="ctr">
              <a:spcBef>
                <a:spcPts val="0"/>
              </a:spcBef>
              <a:spcAft>
                <a:spcPts val="0"/>
              </a:spcAft>
              <a:buNone/>
              <a:defRPr sz="1000"/>
            </a:lvl2pPr>
            <a:lvl3pPr lvl="2" algn="ctr">
              <a:spcBef>
                <a:spcPts val="0"/>
              </a:spcBef>
              <a:spcAft>
                <a:spcPts val="0"/>
              </a:spcAft>
              <a:buNone/>
              <a:defRPr sz="1000"/>
            </a:lvl3pPr>
            <a:lvl4pPr lvl="3" algn="ctr">
              <a:spcBef>
                <a:spcPts val="0"/>
              </a:spcBef>
              <a:spcAft>
                <a:spcPts val="0"/>
              </a:spcAft>
              <a:buNone/>
              <a:defRPr sz="1000"/>
            </a:lvl4pPr>
            <a:lvl5pPr lvl="4" algn="ctr">
              <a:spcBef>
                <a:spcPts val="0"/>
              </a:spcBef>
              <a:spcAft>
                <a:spcPts val="0"/>
              </a:spcAft>
              <a:buNone/>
              <a:defRPr sz="1000"/>
            </a:lvl5pPr>
            <a:lvl6pPr lvl="5" algn="ctr">
              <a:spcBef>
                <a:spcPts val="0"/>
              </a:spcBef>
              <a:spcAft>
                <a:spcPts val="0"/>
              </a:spcAft>
              <a:buNone/>
              <a:defRPr sz="1000"/>
            </a:lvl6pPr>
            <a:lvl7pPr lvl="6" algn="ctr">
              <a:spcBef>
                <a:spcPts val="0"/>
              </a:spcBef>
              <a:spcAft>
                <a:spcPts val="0"/>
              </a:spcAft>
              <a:buNone/>
              <a:defRPr sz="1000"/>
            </a:lvl7pPr>
            <a:lvl8pPr lvl="7" algn="ctr">
              <a:spcBef>
                <a:spcPts val="0"/>
              </a:spcBef>
              <a:spcAft>
                <a:spcPts val="0"/>
              </a:spcAft>
              <a:buNone/>
              <a:defRPr sz="1000"/>
            </a:lvl8pPr>
            <a:lvl9pPr lvl="8" algn="ctr">
              <a:spcBef>
                <a:spcPts val="0"/>
              </a:spcBef>
              <a:spcAft>
                <a:spcPts val="0"/>
              </a:spcAft>
              <a:buNone/>
              <a:defRPr sz="1000"/>
            </a:lvl9pPr>
          </a:lstStyle>
          <a:p/>
        </p:txBody>
      </p:sp>
      <p:sp>
        <p:nvSpPr>
          <p:cNvPr id="262" name="Google Shape;262;p31"/>
          <p:cNvSpPr txBox="1"/>
          <p:nvPr>
            <p:ph idx="8" type="subTitle"/>
          </p:nvPr>
        </p:nvSpPr>
        <p:spPr>
          <a:xfrm>
            <a:off x="3505525" y="2965825"/>
            <a:ext cx="1000200" cy="172200"/>
          </a:xfrm>
          <a:prstGeom prst="rect">
            <a:avLst/>
          </a:prstGeom>
        </p:spPr>
        <p:txBody>
          <a:bodyPr anchorCtr="0" anchor="ctr" bIns="0" lIns="0" spcFirstLastPara="1" rIns="0" wrap="square" tIns="0">
            <a:noAutofit/>
          </a:bodyPr>
          <a:lstStyle>
            <a:lvl1pPr lvl="0" algn="ctr">
              <a:spcBef>
                <a:spcPts val="0"/>
              </a:spcBef>
              <a:spcAft>
                <a:spcPts val="0"/>
              </a:spcAft>
              <a:buNone/>
              <a:defRPr sz="1000"/>
            </a:lvl1pPr>
            <a:lvl2pPr lvl="1" algn="ctr">
              <a:spcBef>
                <a:spcPts val="0"/>
              </a:spcBef>
              <a:spcAft>
                <a:spcPts val="0"/>
              </a:spcAft>
              <a:buNone/>
              <a:defRPr sz="1000"/>
            </a:lvl2pPr>
            <a:lvl3pPr lvl="2" algn="ctr">
              <a:spcBef>
                <a:spcPts val="0"/>
              </a:spcBef>
              <a:spcAft>
                <a:spcPts val="0"/>
              </a:spcAft>
              <a:buNone/>
              <a:defRPr sz="1000"/>
            </a:lvl3pPr>
            <a:lvl4pPr lvl="3" algn="ctr">
              <a:spcBef>
                <a:spcPts val="0"/>
              </a:spcBef>
              <a:spcAft>
                <a:spcPts val="0"/>
              </a:spcAft>
              <a:buNone/>
              <a:defRPr sz="1000"/>
            </a:lvl4pPr>
            <a:lvl5pPr lvl="4" algn="ctr">
              <a:spcBef>
                <a:spcPts val="0"/>
              </a:spcBef>
              <a:spcAft>
                <a:spcPts val="0"/>
              </a:spcAft>
              <a:buNone/>
              <a:defRPr sz="1000"/>
            </a:lvl5pPr>
            <a:lvl6pPr lvl="5" algn="ctr">
              <a:spcBef>
                <a:spcPts val="0"/>
              </a:spcBef>
              <a:spcAft>
                <a:spcPts val="0"/>
              </a:spcAft>
              <a:buNone/>
              <a:defRPr sz="1000"/>
            </a:lvl6pPr>
            <a:lvl7pPr lvl="6" algn="ctr">
              <a:spcBef>
                <a:spcPts val="0"/>
              </a:spcBef>
              <a:spcAft>
                <a:spcPts val="0"/>
              </a:spcAft>
              <a:buNone/>
              <a:defRPr sz="1000"/>
            </a:lvl7pPr>
            <a:lvl8pPr lvl="7" algn="ctr">
              <a:spcBef>
                <a:spcPts val="0"/>
              </a:spcBef>
              <a:spcAft>
                <a:spcPts val="0"/>
              </a:spcAft>
              <a:buNone/>
              <a:defRPr sz="1000"/>
            </a:lvl8pPr>
            <a:lvl9pPr lvl="8" algn="ctr">
              <a:spcBef>
                <a:spcPts val="0"/>
              </a:spcBef>
              <a:spcAft>
                <a:spcPts val="0"/>
              </a:spcAft>
              <a:buNone/>
              <a:defRPr sz="1000"/>
            </a:lvl9pPr>
          </a:lstStyle>
          <a:p/>
        </p:txBody>
      </p:sp>
      <p:sp>
        <p:nvSpPr>
          <p:cNvPr id="263" name="Google Shape;263;p31"/>
          <p:cNvSpPr txBox="1"/>
          <p:nvPr>
            <p:ph idx="9" type="subTitle"/>
          </p:nvPr>
        </p:nvSpPr>
        <p:spPr>
          <a:xfrm>
            <a:off x="4639050" y="2965825"/>
            <a:ext cx="1000200" cy="172200"/>
          </a:xfrm>
          <a:prstGeom prst="rect">
            <a:avLst/>
          </a:prstGeom>
        </p:spPr>
        <p:txBody>
          <a:bodyPr anchorCtr="0" anchor="ctr" bIns="0" lIns="0" spcFirstLastPara="1" rIns="0" wrap="square" tIns="0">
            <a:noAutofit/>
          </a:bodyPr>
          <a:lstStyle>
            <a:lvl1pPr lvl="0" algn="ctr">
              <a:spcBef>
                <a:spcPts val="0"/>
              </a:spcBef>
              <a:spcAft>
                <a:spcPts val="0"/>
              </a:spcAft>
              <a:buNone/>
              <a:defRPr sz="1000"/>
            </a:lvl1pPr>
            <a:lvl2pPr lvl="1" algn="ctr">
              <a:spcBef>
                <a:spcPts val="0"/>
              </a:spcBef>
              <a:spcAft>
                <a:spcPts val="0"/>
              </a:spcAft>
              <a:buNone/>
              <a:defRPr sz="1000"/>
            </a:lvl2pPr>
            <a:lvl3pPr lvl="2" algn="ctr">
              <a:spcBef>
                <a:spcPts val="0"/>
              </a:spcBef>
              <a:spcAft>
                <a:spcPts val="0"/>
              </a:spcAft>
              <a:buNone/>
              <a:defRPr sz="1000"/>
            </a:lvl3pPr>
            <a:lvl4pPr lvl="3" algn="ctr">
              <a:spcBef>
                <a:spcPts val="0"/>
              </a:spcBef>
              <a:spcAft>
                <a:spcPts val="0"/>
              </a:spcAft>
              <a:buNone/>
              <a:defRPr sz="1000"/>
            </a:lvl4pPr>
            <a:lvl5pPr lvl="4" algn="ctr">
              <a:spcBef>
                <a:spcPts val="0"/>
              </a:spcBef>
              <a:spcAft>
                <a:spcPts val="0"/>
              </a:spcAft>
              <a:buNone/>
              <a:defRPr sz="1000"/>
            </a:lvl5pPr>
            <a:lvl6pPr lvl="5" algn="ctr">
              <a:spcBef>
                <a:spcPts val="0"/>
              </a:spcBef>
              <a:spcAft>
                <a:spcPts val="0"/>
              </a:spcAft>
              <a:buNone/>
              <a:defRPr sz="1000"/>
            </a:lvl6pPr>
            <a:lvl7pPr lvl="6" algn="ctr">
              <a:spcBef>
                <a:spcPts val="0"/>
              </a:spcBef>
              <a:spcAft>
                <a:spcPts val="0"/>
              </a:spcAft>
              <a:buNone/>
              <a:defRPr sz="1000"/>
            </a:lvl7pPr>
            <a:lvl8pPr lvl="7" algn="ctr">
              <a:spcBef>
                <a:spcPts val="0"/>
              </a:spcBef>
              <a:spcAft>
                <a:spcPts val="0"/>
              </a:spcAft>
              <a:buNone/>
              <a:defRPr sz="1000"/>
            </a:lvl8pPr>
            <a:lvl9pPr lvl="8" algn="ctr">
              <a:spcBef>
                <a:spcPts val="0"/>
              </a:spcBef>
              <a:spcAft>
                <a:spcPts val="0"/>
              </a:spcAft>
              <a:buNone/>
              <a:defRPr sz="1000"/>
            </a:lvl9pPr>
          </a:lstStyle>
          <a:p/>
        </p:txBody>
      </p:sp>
      <p:sp>
        <p:nvSpPr>
          <p:cNvPr id="264" name="Google Shape;264;p31"/>
          <p:cNvSpPr txBox="1"/>
          <p:nvPr>
            <p:ph idx="13" type="subTitle"/>
          </p:nvPr>
        </p:nvSpPr>
        <p:spPr>
          <a:xfrm>
            <a:off x="4319044" y="2485650"/>
            <a:ext cx="506700" cy="172200"/>
          </a:xfrm>
          <a:prstGeom prst="rect">
            <a:avLst/>
          </a:prstGeom>
        </p:spPr>
        <p:txBody>
          <a:bodyPr anchorCtr="0" anchor="ctr" bIns="0" lIns="0" spcFirstLastPara="1" rIns="0" wrap="square" tIns="0">
            <a:noAutofit/>
          </a:bodyPr>
          <a:lstStyle>
            <a:lvl1pPr lvl="0" algn="ctr">
              <a:spcBef>
                <a:spcPts val="0"/>
              </a:spcBef>
              <a:spcAft>
                <a:spcPts val="0"/>
              </a:spcAft>
              <a:buNone/>
              <a:defRPr sz="1000"/>
            </a:lvl1pPr>
            <a:lvl2pPr lvl="1" algn="ctr">
              <a:spcBef>
                <a:spcPts val="0"/>
              </a:spcBef>
              <a:spcAft>
                <a:spcPts val="0"/>
              </a:spcAft>
              <a:buNone/>
              <a:defRPr sz="1000"/>
            </a:lvl2pPr>
            <a:lvl3pPr lvl="2" algn="ctr">
              <a:spcBef>
                <a:spcPts val="0"/>
              </a:spcBef>
              <a:spcAft>
                <a:spcPts val="0"/>
              </a:spcAft>
              <a:buNone/>
              <a:defRPr sz="1000"/>
            </a:lvl3pPr>
            <a:lvl4pPr lvl="3" algn="ctr">
              <a:spcBef>
                <a:spcPts val="0"/>
              </a:spcBef>
              <a:spcAft>
                <a:spcPts val="0"/>
              </a:spcAft>
              <a:buNone/>
              <a:defRPr sz="1000"/>
            </a:lvl4pPr>
            <a:lvl5pPr lvl="4" algn="ctr">
              <a:spcBef>
                <a:spcPts val="0"/>
              </a:spcBef>
              <a:spcAft>
                <a:spcPts val="0"/>
              </a:spcAft>
              <a:buNone/>
              <a:defRPr sz="1000"/>
            </a:lvl5pPr>
            <a:lvl6pPr lvl="5" algn="ctr">
              <a:spcBef>
                <a:spcPts val="0"/>
              </a:spcBef>
              <a:spcAft>
                <a:spcPts val="0"/>
              </a:spcAft>
              <a:buNone/>
              <a:defRPr sz="1000"/>
            </a:lvl6pPr>
            <a:lvl7pPr lvl="6" algn="ctr">
              <a:spcBef>
                <a:spcPts val="0"/>
              </a:spcBef>
              <a:spcAft>
                <a:spcPts val="0"/>
              </a:spcAft>
              <a:buNone/>
              <a:defRPr sz="1000"/>
            </a:lvl7pPr>
            <a:lvl8pPr lvl="7" algn="ctr">
              <a:spcBef>
                <a:spcPts val="0"/>
              </a:spcBef>
              <a:spcAft>
                <a:spcPts val="0"/>
              </a:spcAft>
              <a:buNone/>
              <a:defRPr sz="1000"/>
            </a:lvl8pPr>
            <a:lvl9pPr lvl="8" algn="ctr">
              <a:spcBef>
                <a:spcPts val="0"/>
              </a:spcBef>
              <a:spcAft>
                <a:spcPts val="0"/>
              </a:spcAft>
              <a:buNone/>
              <a:defRPr sz="1000"/>
            </a:lvl9pPr>
          </a:lstStyle>
          <a:p/>
        </p:txBody>
      </p:sp>
      <p:sp>
        <p:nvSpPr>
          <p:cNvPr id="265" name="Google Shape;265;p31"/>
          <p:cNvSpPr txBox="1"/>
          <p:nvPr>
            <p:ph idx="14" type="title"/>
          </p:nvPr>
        </p:nvSpPr>
        <p:spPr>
          <a:xfrm>
            <a:off x="228600" y="457200"/>
            <a:ext cx="41604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admap - Alt 1">
  <p:cSld name="CUSTOM_8_1_1_1_1_1_1_1_1_1_1_1_1_1_1_1_1_1_1_1_1_1_1_1_1_1_1_1_1_1_1_1">
    <p:spTree>
      <p:nvGrpSpPr>
        <p:cNvPr id="266" name="Shape 266"/>
        <p:cNvGrpSpPr/>
        <p:nvPr/>
      </p:nvGrpSpPr>
      <p:grpSpPr>
        <a:xfrm>
          <a:off x="0" y="0"/>
          <a:ext cx="0" cy="0"/>
          <a:chOff x="0" y="0"/>
          <a:chExt cx="0" cy="0"/>
        </a:xfrm>
      </p:grpSpPr>
      <p:sp>
        <p:nvSpPr>
          <p:cNvPr id="267" name="Google Shape;267;p32"/>
          <p:cNvSpPr/>
          <p:nvPr/>
        </p:nvSpPr>
        <p:spPr>
          <a:xfrm flipH="1" rot="5400000">
            <a:off x="6563025" y="657900"/>
            <a:ext cx="1358100" cy="3792600"/>
          </a:xfrm>
          <a:prstGeom prst="rect">
            <a:avLst/>
          </a:prstGeom>
          <a:gradFill>
            <a:gsLst>
              <a:gs pos="0">
                <a:schemeClr val="accent4"/>
              </a:gs>
              <a:gs pos="100000">
                <a:schemeClr val="lt2"/>
              </a:gs>
            </a:gsLst>
            <a:lin ang="1350003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Jost"/>
              <a:ea typeface="Jost"/>
              <a:cs typeface="Jost"/>
              <a:sym typeface="Jost"/>
            </a:endParaRPr>
          </a:p>
        </p:txBody>
      </p:sp>
      <p:sp>
        <p:nvSpPr>
          <p:cNvPr id="268" name="Google Shape;268;p32"/>
          <p:cNvSpPr/>
          <p:nvPr/>
        </p:nvSpPr>
        <p:spPr>
          <a:xfrm rot="5400000">
            <a:off x="580600" y="1292250"/>
            <a:ext cx="1358100" cy="2523900"/>
          </a:xfrm>
          <a:prstGeom prst="rect">
            <a:avLst/>
          </a:prstGeom>
          <a:gradFill>
            <a:gsLst>
              <a:gs pos="0">
                <a:schemeClr val="accent6"/>
              </a:gs>
              <a:gs pos="100000">
                <a:schemeClr val="lt2"/>
              </a:gs>
            </a:gsLst>
            <a:lin ang="16200038"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Jost"/>
              <a:ea typeface="Jost"/>
              <a:cs typeface="Jost"/>
              <a:sym typeface="Jost"/>
            </a:endParaRPr>
          </a:p>
        </p:txBody>
      </p:sp>
      <p:pic>
        <p:nvPicPr>
          <p:cNvPr descr="A landscape shot of a marshland at dusk. " id="269" name="Google Shape;269;p32"/>
          <p:cNvPicPr preferRelativeResize="0"/>
          <p:nvPr/>
        </p:nvPicPr>
        <p:blipFill rotWithShape="1">
          <a:blip r:embed="rId2">
            <a:alphaModFix/>
          </a:blip>
          <a:srcRect b="14407" l="0" r="0" t="14414"/>
          <a:stretch/>
        </p:blipFill>
        <p:spPr>
          <a:xfrm>
            <a:off x="2517525" y="1875150"/>
            <a:ext cx="2822973" cy="1350004"/>
          </a:xfrm>
          <a:prstGeom prst="rect">
            <a:avLst/>
          </a:prstGeom>
          <a:noFill/>
          <a:ln>
            <a:noFill/>
          </a:ln>
        </p:spPr>
      </p:pic>
      <p:sp>
        <p:nvSpPr>
          <p:cNvPr id="270" name="Google Shape;270;p32"/>
          <p:cNvSpPr txBox="1"/>
          <p:nvPr>
            <p:ph idx="1" type="body"/>
          </p:nvPr>
        </p:nvSpPr>
        <p:spPr>
          <a:xfrm>
            <a:off x="3272950" y="2558125"/>
            <a:ext cx="1149900" cy="5049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71" name="Google Shape;271;p32"/>
          <p:cNvSpPr txBox="1"/>
          <p:nvPr>
            <p:ph idx="2" type="body"/>
          </p:nvPr>
        </p:nvSpPr>
        <p:spPr>
          <a:xfrm>
            <a:off x="1806550" y="2558125"/>
            <a:ext cx="1149900" cy="5049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72" name="Google Shape;272;p32"/>
          <p:cNvSpPr txBox="1"/>
          <p:nvPr>
            <p:ph idx="3" type="body"/>
          </p:nvPr>
        </p:nvSpPr>
        <p:spPr>
          <a:xfrm>
            <a:off x="335425" y="1201925"/>
            <a:ext cx="1149900" cy="5028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73" name="Google Shape;273;p32"/>
          <p:cNvSpPr txBox="1"/>
          <p:nvPr>
            <p:ph idx="4" type="body"/>
          </p:nvPr>
        </p:nvSpPr>
        <p:spPr>
          <a:xfrm>
            <a:off x="4721725" y="1229725"/>
            <a:ext cx="1149900" cy="5049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74" name="Google Shape;274;p32"/>
          <p:cNvSpPr txBox="1"/>
          <p:nvPr>
            <p:ph idx="5" type="body"/>
          </p:nvPr>
        </p:nvSpPr>
        <p:spPr>
          <a:xfrm>
            <a:off x="6193925" y="2623525"/>
            <a:ext cx="1149900" cy="5049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75" name="Google Shape;275;p32"/>
          <p:cNvSpPr txBox="1"/>
          <p:nvPr>
            <p:ph idx="6" type="subTitle"/>
          </p:nvPr>
        </p:nvSpPr>
        <p:spPr>
          <a:xfrm>
            <a:off x="3273038" y="3269975"/>
            <a:ext cx="1149900" cy="431700"/>
          </a:xfrm>
          <a:prstGeom prst="rect">
            <a:avLst/>
          </a:prstGeom>
        </p:spPr>
        <p:txBody>
          <a:bodyPr anchorCtr="0" anchor="b" bIns="0" lIns="0" spcFirstLastPara="1" rIns="0" wrap="square" tIns="0">
            <a:noAutofit/>
          </a:bodyPr>
          <a:lstStyle>
            <a:lvl1pPr lvl="0">
              <a:lnSpc>
                <a:spcPct val="95000"/>
              </a:lnSpc>
              <a:spcBef>
                <a:spcPts val="0"/>
              </a:spcBef>
              <a:spcAft>
                <a:spcPts val="0"/>
              </a:spcAft>
              <a:buNone/>
              <a:defRPr sz="1200"/>
            </a:lvl1pPr>
            <a:lvl2pPr lvl="1">
              <a:lnSpc>
                <a:spcPct val="95000"/>
              </a:lnSpc>
              <a:spcBef>
                <a:spcPts val="0"/>
              </a:spcBef>
              <a:spcAft>
                <a:spcPts val="0"/>
              </a:spcAft>
              <a:buNone/>
              <a:defRPr sz="1200"/>
            </a:lvl2pPr>
            <a:lvl3pPr lvl="2">
              <a:lnSpc>
                <a:spcPct val="95000"/>
              </a:lnSpc>
              <a:spcBef>
                <a:spcPts val="0"/>
              </a:spcBef>
              <a:spcAft>
                <a:spcPts val="0"/>
              </a:spcAft>
              <a:buNone/>
              <a:defRPr sz="1200"/>
            </a:lvl3pPr>
            <a:lvl4pPr lvl="3">
              <a:lnSpc>
                <a:spcPct val="95000"/>
              </a:lnSpc>
              <a:spcBef>
                <a:spcPts val="0"/>
              </a:spcBef>
              <a:spcAft>
                <a:spcPts val="0"/>
              </a:spcAft>
              <a:buNone/>
              <a:defRPr sz="1200"/>
            </a:lvl4pPr>
            <a:lvl5pPr lvl="4">
              <a:lnSpc>
                <a:spcPct val="95000"/>
              </a:lnSpc>
              <a:spcBef>
                <a:spcPts val="0"/>
              </a:spcBef>
              <a:spcAft>
                <a:spcPts val="0"/>
              </a:spcAft>
              <a:buNone/>
              <a:defRPr sz="1200"/>
            </a:lvl5pPr>
            <a:lvl6pPr lvl="5">
              <a:lnSpc>
                <a:spcPct val="95000"/>
              </a:lnSpc>
              <a:spcBef>
                <a:spcPts val="0"/>
              </a:spcBef>
              <a:spcAft>
                <a:spcPts val="0"/>
              </a:spcAft>
              <a:buNone/>
              <a:defRPr sz="1200"/>
            </a:lvl6pPr>
            <a:lvl7pPr lvl="6">
              <a:lnSpc>
                <a:spcPct val="95000"/>
              </a:lnSpc>
              <a:spcBef>
                <a:spcPts val="0"/>
              </a:spcBef>
              <a:spcAft>
                <a:spcPts val="0"/>
              </a:spcAft>
              <a:buNone/>
              <a:defRPr sz="1200"/>
            </a:lvl7pPr>
            <a:lvl8pPr lvl="7">
              <a:lnSpc>
                <a:spcPct val="95000"/>
              </a:lnSpc>
              <a:spcBef>
                <a:spcPts val="0"/>
              </a:spcBef>
              <a:spcAft>
                <a:spcPts val="0"/>
              </a:spcAft>
              <a:buNone/>
              <a:defRPr sz="1200"/>
            </a:lvl8pPr>
            <a:lvl9pPr lvl="8">
              <a:lnSpc>
                <a:spcPct val="95000"/>
              </a:lnSpc>
              <a:spcBef>
                <a:spcPts val="0"/>
              </a:spcBef>
              <a:spcAft>
                <a:spcPts val="0"/>
              </a:spcAft>
              <a:buNone/>
              <a:defRPr sz="1200"/>
            </a:lvl9pPr>
          </a:lstStyle>
          <a:p/>
        </p:txBody>
      </p:sp>
      <p:sp>
        <p:nvSpPr>
          <p:cNvPr id="276" name="Google Shape;276;p32"/>
          <p:cNvSpPr txBox="1"/>
          <p:nvPr>
            <p:ph idx="7" type="subTitle"/>
          </p:nvPr>
        </p:nvSpPr>
        <p:spPr>
          <a:xfrm>
            <a:off x="1806638" y="3269975"/>
            <a:ext cx="1149900" cy="431700"/>
          </a:xfrm>
          <a:prstGeom prst="rect">
            <a:avLst/>
          </a:prstGeom>
        </p:spPr>
        <p:txBody>
          <a:bodyPr anchorCtr="0" anchor="b" bIns="0" lIns="0" spcFirstLastPara="1" rIns="0" wrap="square" tIns="0">
            <a:noAutofit/>
          </a:bodyPr>
          <a:lstStyle>
            <a:lvl1pPr lvl="0">
              <a:lnSpc>
                <a:spcPct val="95000"/>
              </a:lnSpc>
              <a:spcBef>
                <a:spcPts val="0"/>
              </a:spcBef>
              <a:spcAft>
                <a:spcPts val="0"/>
              </a:spcAft>
              <a:buNone/>
              <a:defRPr sz="1200"/>
            </a:lvl1pPr>
            <a:lvl2pPr lvl="1">
              <a:lnSpc>
                <a:spcPct val="95000"/>
              </a:lnSpc>
              <a:spcBef>
                <a:spcPts val="0"/>
              </a:spcBef>
              <a:spcAft>
                <a:spcPts val="0"/>
              </a:spcAft>
              <a:buNone/>
              <a:defRPr sz="1200"/>
            </a:lvl2pPr>
            <a:lvl3pPr lvl="2">
              <a:lnSpc>
                <a:spcPct val="95000"/>
              </a:lnSpc>
              <a:spcBef>
                <a:spcPts val="0"/>
              </a:spcBef>
              <a:spcAft>
                <a:spcPts val="0"/>
              </a:spcAft>
              <a:buNone/>
              <a:defRPr sz="1200"/>
            </a:lvl3pPr>
            <a:lvl4pPr lvl="3">
              <a:lnSpc>
                <a:spcPct val="95000"/>
              </a:lnSpc>
              <a:spcBef>
                <a:spcPts val="0"/>
              </a:spcBef>
              <a:spcAft>
                <a:spcPts val="0"/>
              </a:spcAft>
              <a:buNone/>
              <a:defRPr sz="1200"/>
            </a:lvl4pPr>
            <a:lvl5pPr lvl="4">
              <a:lnSpc>
                <a:spcPct val="95000"/>
              </a:lnSpc>
              <a:spcBef>
                <a:spcPts val="0"/>
              </a:spcBef>
              <a:spcAft>
                <a:spcPts val="0"/>
              </a:spcAft>
              <a:buNone/>
              <a:defRPr sz="1200"/>
            </a:lvl5pPr>
            <a:lvl6pPr lvl="5">
              <a:lnSpc>
                <a:spcPct val="95000"/>
              </a:lnSpc>
              <a:spcBef>
                <a:spcPts val="0"/>
              </a:spcBef>
              <a:spcAft>
                <a:spcPts val="0"/>
              </a:spcAft>
              <a:buNone/>
              <a:defRPr sz="1200"/>
            </a:lvl6pPr>
            <a:lvl7pPr lvl="6">
              <a:lnSpc>
                <a:spcPct val="95000"/>
              </a:lnSpc>
              <a:spcBef>
                <a:spcPts val="0"/>
              </a:spcBef>
              <a:spcAft>
                <a:spcPts val="0"/>
              </a:spcAft>
              <a:buNone/>
              <a:defRPr sz="1200"/>
            </a:lvl7pPr>
            <a:lvl8pPr lvl="7">
              <a:lnSpc>
                <a:spcPct val="95000"/>
              </a:lnSpc>
              <a:spcBef>
                <a:spcPts val="0"/>
              </a:spcBef>
              <a:spcAft>
                <a:spcPts val="0"/>
              </a:spcAft>
              <a:buNone/>
              <a:defRPr sz="1200"/>
            </a:lvl8pPr>
            <a:lvl9pPr lvl="8">
              <a:lnSpc>
                <a:spcPct val="95000"/>
              </a:lnSpc>
              <a:spcBef>
                <a:spcPts val="0"/>
              </a:spcBef>
              <a:spcAft>
                <a:spcPts val="0"/>
              </a:spcAft>
              <a:buNone/>
              <a:defRPr sz="1200"/>
            </a:lvl9pPr>
          </a:lstStyle>
          <a:p/>
        </p:txBody>
      </p:sp>
      <p:sp>
        <p:nvSpPr>
          <p:cNvPr id="277" name="Google Shape;277;p32"/>
          <p:cNvSpPr txBox="1"/>
          <p:nvPr>
            <p:ph idx="8" type="subTitle"/>
          </p:nvPr>
        </p:nvSpPr>
        <p:spPr>
          <a:xfrm>
            <a:off x="335513" y="1913775"/>
            <a:ext cx="1149900" cy="431700"/>
          </a:xfrm>
          <a:prstGeom prst="rect">
            <a:avLst/>
          </a:prstGeom>
        </p:spPr>
        <p:txBody>
          <a:bodyPr anchorCtr="0" anchor="b" bIns="0" lIns="0" spcFirstLastPara="1" rIns="0" wrap="square" tIns="0">
            <a:noAutofit/>
          </a:bodyPr>
          <a:lstStyle>
            <a:lvl1pPr lvl="0">
              <a:lnSpc>
                <a:spcPct val="95000"/>
              </a:lnSpc>
              <a:spcBef>
                <a:spcPts val="0"/>
              </a:spcBef>
              <a:spcAft>
                <a:spcPts val="0"/>
              </a:spcAft>
              <a:buNone/>
              <a:defRPr sz="1200"/>
            </a:lvl1pPr>
            <a:lvl2pPr lvl="1">
              <a:lnSpc>
                <a:spcPct val="95000"/>
              </a:lnSpc>
              <a:spcBef>
                <a:spcPts val="0"/>
              </a:spcBef>
              <a:spcAft>
                <a:spcPts val="0"/>
              </a:spcAft>
              <a:buNone/>
              <a:defRPr sz="1200"/>
            </a:lvl2pPr>
            <a:lvl3pPr lvl="2">
              <a:lnSpc>
                <a:spcPct val="95000"/>
              </a:lnSpc>
              <a:spcBef>
                <a:spcPts val="0"/>
              </a:spcBef>
              <a:spcAft>
                <a:spcPts val="0"/>
              </a:spcAft>
              <a:buNone/>
              <a:defRPr sz="1200"/>
            </a:lvl3pPr>
            <a:lvl4pPr lvl="3">
              <a:lnSpc>
                <a:spcPct val="95000"/>
              </a:lnSpc>
              <a:spcBef>
                <a:spcPts val="0"/>
              </a:spcBef>
              <a:spcAft>
                <a:spcPts val="0"/>
              </a:spcAft>
              <a:buNone/>
              <a:defRPr sz="1200"/>
            </a:lvl4pPr>
            <a:lvl5pPr lvl="4">
              <a:lnSpc>
                <a:spcPct val="95000"/>
              </a:lnSpc>
              <a:spcBef>
                <a:spcPts val="0"/>
              </a:spcBef>
              <a:spcAft>
                <a:spcPts val="0"/>
              </a:spcAft>
              <a:buNone/>
              <a:defRPr sz="1200"/>
            </a:lvl5pPr>
            <a:lvl6pPr lvl="5">
              <a:lnSpc>
                <a:spcPct val="95000"/>
              </a:lnSpc>
              <a:spcBef>
                <a:spcPts val="0"/>
              </a:spcBef>
              <a:spcAft>
                <a:spcPts val="0"/>
              </a:spcAft>
              <a:buNone/>
              <a:defRPr sz="1200"/>
            </a:lvl6pPr>
            <a:lvl7pPr lvl="6">
              <a:lnSpc>
                <a:spcPct val="95000"/>
              </a:lnSpc>
              <a:spcBef>
                <a:spcPts val="0"/>
              </a:spcBef>
              <a:spcAft>
                <a:spcPts val="0"/>
              </a:spcAft>
              <a:buNone/>
              <a:defRPr sz="1200"/>
            </a:lvl7pPr>
            <a:lvl8pPr lvl="7">
              <a:lnSpc>
                <a:spcPct val="95000"/>
              </a:lnSpc>
              <a:spcBef>
                <a:spcPts val="0"/>
              </a:spcBef>
              <a:spcAft>
                <a:spcPts val="0"/>
              </a:spcAft>
              <a:buNone/>
              <a:defRPr sz="1200"/>
            </a:lvl8pPr>
            <a:lvl9pPr lvl="8">
              <a:lnSpc>
                <a:spcPct val="95000"/>
              </a:lnSpc>
              <a:spcBef>
                <a:spcPts val="0"/>
              </a:spcBef>
              <a:spcAft>
                <a:spcPts val="0"/>
              </a:spcAft>
              <a:buNone/>
              <a:defRPr sz="1200"/>
            </a:lvl9pPr>
          </a:lstStyle>
          <a:p/>
        </p:txBody>
      </p:sp>
      <p:sp>
        <p:nvSpPr>
          <p:cNvPr id="278" name="Google Shape;278;p32"/>
          <p:cNvSpPr txBox="1"/>
          <p:nvPr>
            <p:ph idx="9" type="subTitle"/>
          </p:nvPr>
        </p:nvSpPr>
        <p:spPr>
          <a:xfrm>
            <a:off x="4721813" y="1941575"/>
            <a:ext cx="1149900" cy="431700"/>
          </a:xfrm>
          <a:prstGeom prst="rect">
            <a:avLst/>
          </a:prstGeom>
        </p:spPr>
        <p:txBody>
          <a:bodyPr anchorCtr="0" anchor="b" bIns="0" lIns="0" spcFirstLastPara="1" rIns="0" wrap="square" tIns="0">
            <a:noAutofit/>
          </a:bodyPr>
          <a:lstStyle>
            <a:lvl1pPr lvl="0">
              <a:lnSpc>
                <a:spcPct val="95000"/>
              </a:lnSpc>
              <a:spcBef>
                <a:spcPts val="0"/>
              </a:spcBef>
              <a:spcAft>
                <a:spcPts val="0"/>
              </a:spcAft>
              <a:buNone/>
              <a:defRPr sz="1200"/>
            </a:lvl1pPr>
            <a:lvl2pPr lvl="1">
              <a:lnSpc>
                <a:spcPct val="95000"/>
              </a:lnSpc>
              <a:spcBef>
                <a:spcPts val="0"/>
              </a:spcBef>
              <a:spcAft>
                <a:spcPts val="0"/>
              </a:spcAft>
              <a:buNone/>
              <a:defRPr sz="1200"/>
            </a:lvl2pPr>
            <a:lvl3pPr lvl="2">
              <a:lnSpc>
                <a:spcPct val="95000"/>
              </a:lnSpc>
              <a:spcBef>
                <a:spcPts val="0"/>
              </a:spcBef>
              <a:spcAft>
                <a:spcPts val="0"/>
              </a:spcAft>
              <a:buNone/>
              <a:defRPr sz="1200"/>
            </a:lvl3pPr>
            <a:lvl4pPr lvl="3">
              <a:lnSpc>
                <a:spcPct val="95000"/>
              </a:lnSpc>
              <a:spcBef>
                <a:spcPts val="0"/>
              </a:spcBef>
              <a:spcAft>
                <a:spcPts val="0"/>
              </a:spcAft>
              <a:buNone/>
              <a:defRPr sz="1200"/>
            </a:lvl4pPr>
            <a:lvl5pPr lvl="4">
              <a:lnSpc>
                <a:spcPct val="95000"/>
              </a:lnSpc>
              <a:spcBef>
                <a:spcPts val="0"/>
              </a:spcBef>
              <a:spcAft>
                <a:spcPts val="0"/>
              </a:spcAft>
              <a:buNone/>
              <a:defRPr sz="1200"/>
            </a:lvl5pPr>
            <a:lvl6pPr lvl="5">
              <a:lnSpc>
                <a:spcPct val="95000"/>
              </a:lnSpc>
              <a:spcBef>
                <a:spcPts val="0"/>
              </a:spcBef>
              <a:spcAft>
                <a:spcPts val="0"/>
              </a:spcAft>
              <a:buNone/>
              <a:defRPr sz="1200"/>
            </a:lvl6pPr>
            <a:lvl7pPr lvl="6">
              <a:lnSpc>
                <a:spcPct val="95000"/>
              </a:lnSpc>
              <a:spcBef>
                <a:spcPts val="0"/>
              </a:spcBef>
              <a:spcAft>
                <a:spcPts val="0"/>
              </a:spcAft>
              <a:buNone/>
              <a:defRPr sz="1200"/>
            </a:lvl7pPr>
            <a:lvl8pPr lvl="7">
              <a:lnSpc>
                <a:spcPct val="95000"/>
              </a:lnSpc>
              <a:spcBef>
                <a:spcPts val="0"/>
              </a:spcBef>
              <a:spcAft>
                <a:spcPts val="0"/>
              </a:spcAft>
              <a:buNone/>
              <a:defRPr sz="1200"/>
            </a:lvl8pPr>
            <a:lvl9pPr lvl="8">
              <a:lnSpc>
                <a:spcPct val="95000"/>
              </a:lnSpc>
              <a:spcBef>
                <a:spcPts val="0"/>
              </a:spcBef>
              <a:spcAft>
                <a:spcPts val="0"/>
              </a:spcAft>
              <a:buNone/>
              <a:defRPr sz="1200"/>
            </a:lvl9pPr>
          </a:lstStyle>
          <a:p/>
        </p:txBody>
      </p:sp>
      <p:sp>
        <p:nvSpPr>
          <p:cNvPr id="279" name="Google Shape;279;p32"/>
          <p:cNvSpPr txBox="1"/>
          <p:nvPr>
            <p:ph idx="13" type="subTitle"/>
          </p:nvPr>
        </p:nvSpPr>
        <p:spPr>
          <a:xfrm>
            <a:off x="6194013" y="3335375"/>
            <a:ext cx="1149900" cy="431700"/>
          </a:xfrm>
          <a:prstGeom prst="rect">
            <a:avLst/>
          </a:prstGeom>
        </p:spPr>
        <p:txBody>
          <a:bodyPr anchorCtr="0" anchor="b" bIns="0" lIns="0" spcFirstLastPara="1" rIns="0" wrap="square" tIns="0">
            <a:noAutofit/>
          </a:bodyPr>
          <a:lstStyle>
            <a:lvl1pPr lvl="0">
              <a:lnSpc>
                <a:spcPct val="95000"/>
              </a:lnSpc>
              <a:spcBef>
                <a:spcPts val="0"/>
              </a:spcBef>
              <a:spcAft>
                <a:spcPts val="0"/>
              </a:spcAft>
              <a:buNone/>
              <a:defRPr sz="1200"/>
            </a:lvl1pPr>
            <a:lvl2pPr lvl="1">
              <a:lnSpc>
                <a:spcPct val="95000"/>
              </a:lnSpc>
              <a:spcBef>
                <a:spcPts val="0"/>
              </a:spcBef>
              <a:spcAft>
                <a:spcPts val="0"/>
              </a:spcAft>
              <a:buNone/>
              <a:defRPr sz="1200"/>
            </a:lvl2pPr>
            <a:lvl3pPr lvl="2">
              <a:lnSpc>
                <a:spcPct val="95000"/>
              </a:lnSpc>
              <a:spcBef>
                <a:spcPts val="0"/>
              </a:spcBef>
              <a:spcAft>
                <a:spcPts val="0"/>
              </a:spcAft>
              <a:buNone/>
              <a:defRPr sz="1200"/>
            </a:lvl3pPr>
            <a:lvl4pPr lvl="3">
              <a:lnSpc>
                <a:spcPct val="95000"/>
              </a:lnSpc>
              <a:spcBef>
                <a:spcPts val="0"/>
              </a:spcBef>
              <a:spcAft>
                <a:spcPts val="0"/>
              </a:spcAft>
              <a:buNone/>
              <a:defRPr sz="1200"/>
            </a:lvl4pPr>
            <a:lvl5pPr lvl="4">
              <a:lnSpc>
                <a:spcPct val="95000"/>
              </a:lnSpc>
              <a:spcBef>
                <a:spcPts val="0"/>
              </a:spcBef>
              <a:spcAft>
                <a:spcPts val="0"/>
              </a:spcAft>
              <a:buNone/>
              <a:defRPr sz="1200"/>
            </a:lvl5pPr>
            <a:lvl6pPr lvl="5">
              <a:lnSpc>
                <a:spcPct val="95000"/>
              </a:lnSpc>
              <a:spcBef>
                <a:spcPts val="0"/>
              </a:spcBef>
              <a:spcAft>
                <a:spcPts val="0"/>
              </a:spcAft>
              <a:buNone/>
              <a:defRPr sz="1200"/>
            </a:lvl6pPr>
            <a:lvl7pPr lvl="6">
              <a:lnSpc>
                <a:spcPct val="95000"/>
              </a:lnSpc>
              <a:spcBef>
                <a:spcPts val="0"/>
              </a:spcBef>
              <a:spcAft>
                <a:spcPts val="0"/>
              </a:spcAft>
              <a:buNone/>
              <a:defRPr sz="1200"/>
            </a:lvl7pPr>
            <a:lvl8pPr lvl="7">
              <a:lnSpc>
                <a:spcPct val="95000"/>
              </a:lnSpc>
              <a:spcBef>
                <a:spcPts val="0"/>
              </a:spcBef>
              <a:spcAft>
                <a:spcPts val="0"/>
              </a:spcAft>
              <a:buNone/>
              <a:defRPr sz="1200"/>
            </a:lvl8pPr>
            <a:lvl9pPr lvl="8">
              <a:lnSpc>
                <a:spcPct val="95000"/>
              </a:lnSpc>
              <a:spcBef>
                <a:spcPts val="0"/>
              </a:spcBef>
              <a:spcAft>
                <a:spcPts val="0"/>
              </a:spcAft>
              <a:buNone/>
              <a:defRPr sz="1200"/>
            </a:lvl9pPr>
          </a:lstStyle>
          <a:p/>
        </p:txBody>
      </p:sp>
      <p:sp>
        <p:nvSpPr>
          <p:cNvPr id="280" name="Google Shape;280;p32"/>
          <p:cNvSpPr txBox="1"/>
          <p:nvPr>
            <p:ph idx="14" type="subTitle"/>
          </p:nvPr>
        </p:nvSpPr>
        <p:spPr>
          <a:xfrm>
            <a:off x="7658713" y="4312650"/>
            <a:ext cx="1149900" cy="431700"/>
          </a:xfrm>
          <a:prstGeom prst="rect">
            <a:avLst/>
          </a:prstGeom>
        </p:spPr>
        <p:txBody>
          <a:bodyPr anchorCtr="0" anchor="b" bIns="0" lIns="0" spcFirstLastPara="1" rIns="0" wrap="square" tIns="0">
            <a:noAutofit/>
          </a:bodyPr>
          <a:lstStyle>
            <a:lvl1pPr lvl="0">
              <a:lnSpc>
                <a:spcPct val="95000"/>
              </a:lnSpc>
              <a:spcBef>
                <a:spcPts val="0"/>
              </a:spcBef>
              <a:spcAft>
                <a:spcPts val="0"/>
              </a:spcAft>
              <a:buNone/>
              <a:defRPr sz="1200"/>
            </a:lvl1pPr>
            <a:lvl2pPr lvl="1">
              <a:lnSpc>
                <a:spcPct val="95000"/>
              </a:lnSpc>
              <a:spcBef>
                <a:spcPts val="0"/>
              </a:spcBef>
              <a:spcAft>
                <a:spcPts val="0"/>
              </a:spcAft>
              <a:buNone/>
              <a:defRPr sz="1200"/>
            </a:lvl2pPr>
            <a:lvl3pPr lvl="2">
              <a:lnSpc>
                <a:spcPct val="95000"/>
              </a:lnSpc>
              <a:spcBef>
                <a:spcPts val="0"/>
              </a:spcBef>
              <a:spcAft>
                <a:spcPts val="0"/>
              </a:spcAft>
              <a:buNone/>
              <a:defRPr sz="1200"/>
            </a:lvl3pPr>
            <a:lvl4pPr lvl="3">
              <a:lnSpc>
                <a:spcPct val="95000"/>
              </a:lnSpc>
              <a:spcBef>
                <a:spcPts val="0"/>
              </a:spcBef>
              <a:spcAft>
                <a:spcPts val="0"/>
              </a:spcAft>
              <a:buNone/>
              <a:defRPr sz="1200"/>
            </a:lvl4pPr>
            <a:lvl5pPr lvl="4">
              <a:lnSpc>
                <a:spcPct val="95000"/>
              </a:lnSpc>
              <a:spcBef>
                <a:spcPts val="0"/>
              </a:spcBef>
              <a:spcAft>
                <a:spcPts val="0"/>
              </a:spcAft>
              <a:buNone/>
              <a:defRPr sz="1200"/>
            </a:lvl5pPr>
            <a:lvl6pPr lvl="5">
              <a:lnSpc>
                <a:spcPct val="95000"/>
              </a:lnSpc>
              <a:spcBef>
                <a:spcPts val="0"/>
              </a:spcBef>
              <a:spcAft>
                <a:spcPts val="0"/>
              </a:spcAft>
              <a:buNone/>
              <a:defRPr sz="1200"/>
            </a:lvl6pPr>
            <a:lvl7pPr lvl="6">
              <a:lnSpc>
                <a:spcPct val="95000"/>
              </a:lnSpc>
              <a:spcBef>
                <a:spcPts val="0"/>
              </a:spcBef>
              <a:spcAft>
                <a:spcPts val="0"/>
              </a:spcAft>
              <a:buNone/>
              <a:defRPr sz="1200"/>
            </a:lvl7pPr>
            <a:lvl8pPr lvl="7">
              <a:lnSpc>
                <a:spcPct val="95000"/>
              </a:lnSpc>
              <a:spcBef>
                <a:spcPts val="0"/>
              </a:spcBef>
              <a:spcAft>
                <a:spcPts val="0"/>
              </a:spcAft>
              <a:buNone/>
              <a:defRPr sz="1200"/>
            </a:lvl8pPr>
            <a:lvl9pPr lvl="8">
              <a:lnSpc>
                <a:spcPct val="95000"/>
              </a:lnSpc>
              <a:spcBef>
                <a:spcPts val="0"/>
              </a:spcBef>
              <a:spcAft>
                <a:spcPts val="0"/>
              </a:spcAft>
              <a:buNone/>
              <a:defRPr sz="1200"/>
            </a:lvl9pPr>
          </a:lstStyle>
          <a:p/>
        </p:txBody>
      </p:sp>
      <p:sp>
        <p:nvSpPr>
          <p:cNvPr id="281" name="Google Shape;281;p32"/>
          <p:cNvSpPr txBox="1"/>
          <p:nvPr>
            <p:ph idx="15" type="body"/>
          </p:nvPr>
        </p:nvSpPr>
        <p:spPr>
          <a:xfrm>
            <a:off x="7658625" y="3600800"/>
            <a:ext cx="1149900" cy="5049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82" name="Google Shape;282;p32"/>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283" name="Google Shape;283;p32"/>
          <p:cNvSpPr txBox="1"/>
          <p:nvPr>
            <p:ph idx="16"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284" name="Google Shape;284;p32"/>
          <p:cNvSpPr txBox="1"/>
          <p:nvPr>
            <p:ph idx="17" type="title"/>
          </p:nvPr>
        </p:nvSpPr>
        <p:spPr>
          <a:xfrm>
            <a:off x="228600" y="457200"/>
            <a:ext cx="41604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admap - Alt 2">
  <p:cSld name="CUSTOM_8_1_1_1_1_1_1_1_1_1_1_1_1_1_1_1_1_1_1_1_1_1_1_1_1_1_1_1_1_1_1_1_1">
    <p:spTree>
      <p:nvGrpSpPr>
        <p:cNvPr id="285" name="Shape 285"/>
        <p:cNvGrpSpPr/>
        <p:nvPr/>
      </p:nvGrpSpPr>
      <p:grpSpPr>
        <a:xfrm>
          <a:off x="0" y="0"/>
          <a:ext cx="0" cy="0"/>
          <a:chOff x="0" y="0"/>
          <a:chExt cx="0" cy="0"/>
        </a:xfrm>
      </p:grpSpPr>
      <p:sp>
        <p:nvSpPr>
          <p:cNvPr id="286" name="Google Shape;286;p33"/>
          <p:cNvSpPr/>
          <p:nvPr/>
        </p:nvSpPr>
        <p:spPr>
          <a:xfrm flipH="1">
            <a:off x="5961300" y="0"/>
            <a:ext cx="3177300" cy="3177300"/>
          </a:xfrm>
          <a:prstGeom prst="rect">
            <a:avLst/>
          </a:prstGeom>
          <a:gradFill>
            <a:gsLst>
              <a:gs pos="0">
                <a:schemeClr val="lt2"/>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287" name="Google Shape;287;p33"/>
          <p:cNvSpPr/>
          <p:nvPr/>
        </p:nvSpPr>
        <p:spPr>
          <a:xfrm rot="5400000">
            <a:off x="3888975" y="-2016150"/>
            <a:ext cx="1358100" cy="9140700"/>
          </a:xfrm>
          <a:prstGeom prst="rect">
            <a:avLst/>
          </a:prstGeom>
          <a:gradFill>
            <a:gsLst>
              <a:gs pos="0">
                <a:schemeClr val="accent6"/>
              </a:gs>
              <a:gs pos="100000">
                <a:schemeClr val="lt2"/>
              </a:gs>
            </a:gsLst>
            <a:lin ang="16200038"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Jost"/>
              <a:ea typeface="Jost"/>
              <a:cs typeface="Jost"/>
              <a:sym typeface="Jost"/>
            </a:endParaRPr>
          </a:p>
        </p:txBody>
      </p:sp>
      <p:sp>
        <p:nvSpPr>
          <p:cNvPr id="288" name="Google Shape;288;p33"/>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700"/>
              <a:buFont typeface="Figtree"/>
              <a:buNone/>
              <a:defRPr sz="700"/>
            </a:lvl2pPr>
            <a:lvl3pPr lvl="2">
              <a:spcBef>
                <a:spcPts val="0"/>
              </a:spcBef>
              <a:spcAft>
                <a:spcPts val="0"/>
              </a:spcAft>
              <a:buSzPts val="700"/>
              <a:buFont typeface="Figtree"/>
              <a:buNone/>
              <a:defRPr sz="700"/>
            </a:lvl3pPr>
            <a:lvl4pPr lvl="3">
              <a:spcBef>
                <a:spcPts val="0"/>
              </a:spcBef>
              <a:spcAft>
                <a:spcPts val="0"/>
              </a:spcAft>
              <a:buSzPts val="700"/>
              <a:buFont typeface="Figtree"/>
              <a:buNone/>
              <a:defRPr sz="700"/>
            </a:lvl4pPr>
            <a:lvl5pPr lvl="4">
              <a:spcBef>
                <a:spcPts val="0"/>
              </a:spcBef>
              <a:spcAft>
                <a:spcPts val="0"/>
              </a:spcAft>
              <a:buSzPts val="700"/>
              <a:buFont typeface="Figtree"/>
              <a:buNone/>
              <a:defRPr sz="700"/>
            </a:lvl5pPr>
            <a:lvl6pPr lvl="5">
              <a:spcBef>
                <a:spcPts val="0"/>
              </a:spcBef>
              <a:spcAft>
                <a:spcPts val="0"/>
              </a:spcAft>
              <a:buSzPts val="700"/>
              <a:buFont typeface="Figtree"/>
              <a:buNone/>
              <a:defRPr sz="700"/>
            </a:lvl6pPr>
            <a:lvl7pPr lvl="6">
              <a:spcBef>
                <a:spcPts val="0"/>
              </a:spcBef>
              <a:spcAft>
                <a:spcPts val="0"/>
              </a:spcAft>
              <a:buSzPts val="700"/>
              <a:buFont typeface="Figtree"/>
              <a:buNone/>
              <a:defRPr sz="700"/>
            </a:lvl7pPr>
            <a:lvl8pPr lvl="7">
              <a:spcBef>
                <a:spcPts val="0"/>
              </a:spcBef>
              <a:spcAft>
                <a:spcPts val="0"/>
              </a:spcAft>
              <a:buSzPts val="700"/>
              <a:buFont typeface="Figtree"/>
              <a:buNone/>
              <a:defRPr sz="700"/>
            </a:lvl8pPr>
            <a:lvl9pPr lvl="8">
              <a:spcBef>
                <a:spcPts val="0"/>
              </a:spcBef>
              <a:spcAft>
                <a:spcPts val="0"/>
              </a:spcAft>
              <a:buSzPts val="700"/>
              <a:buFont typeface="Figtree"/>
              <a:buNone/>
              <a:defRPr sz="700"/>
            </a:lvl9pPr>
          </a:lstStyle>
          <a:p/>
        </p:txBody>
      </p:sp>
      <p:sp>
        <p:nvSpPr>
          <p:cNvPr id="289" name="Google Shape;289;p33"/>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290" name="Google Shape;290;p33"/>
          <p:cNvSpPr txBox="1"/>
          <p:nvPr>
            <p:ph idx="3" type="title"/>
          </p:nvPr>
        </p:nvSpPr>
        <p:spPr>
          <a:xfrm>
            <a:off x="228600" y="457200"/>
            <a:ext cx="41604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291" name="Google Shape;291;p33"/>
          <p:cNvSpPr txBox="1"/>
          <p:nvPr>
            <p:ph idx="1" type="subTitle"/>
          </p:nvPr>
        </p:nvSpPr>
        <p:spPr>
          <a:xfrm>
            <a:off x="486625" y="1307025"/>
            <a:ext cx="2281500" cy="207600"/>
          </a:xfrm>
          <a:prstGeom prst="rect">
            <a:avLst/>
          </a:prstGeom>
        </p:spPr>
        <p:txBody>
          <a:bodyPr anchorCtr="0" anchor="t" bIns="0" lIns="0" spcFirstLastPara="1" rIns="0" wrap="square" tIns="0">
            <a:noAutofit/>
          </a:bodyPr>
          <a:lstStyle>
            <a:lvl1pPr lvl="0">
              <a:lnSpc>
                <a:spcPct val="95000"/>
              </a:lnSpc>
              <a:spcBef>
                <a:spcPts val="0"/>
              </a:spcBef>
              <a:spcAft>
                <a:spcPts val="0"/>
              </a:spcAft>
              <a:buNone/>
              <a:defRPr/>
            </a:lvl1pPr>
            <a:lvl2pPr lvl="1">
              <a:lnSpc>
                <a:spcPct val="95000"/>
              </a:lnSpc>
              <a:spcBef>
                <a:spcPts val="0"/>
              </a:spcBef>
              <a:spcAft>
                <a:spcPts val="0"/>
              </a:spcAft>
              <a:buNone/>
              <a:defRPr/>
            </a:lvl2pPr>
            <a:lvl3pPr lvl="2">
              <a:lnSpc>
                <a:spcPct val="95000"/>
              </a:lnSpc>
              <a:spcBef>
                <a:spcPts val="0"/>
              </a:spcBef>
              <a:spcAft>
                <a:spcPts val="0"/>
              </a:spcAft>
              <a:buNone/>
              <a:defRPr/>
            </a:lvl3pPr>
            <a:lvl4pPr lvl="3">
              <a:lnSpc>
                <a:spcPct val="95000"/>
              </a:lnSpc>
              <a:spcBef>
                <a:spcPts val="0"/>
              </a:spcBef>
              <a:spcAft>
                <a:spcPts val="0"/>
              </a:spcAft>
              <a:buNone/>
              <a:defRPr/>
            </a:lvl4pPr>
            <a:lvl5pPr lvl="4">
              <a:lnSpc>
                <a:spcPct val="95000"/>
              </a:lnSpc>
              <a:spcBef>
                <a:spcPts val="0"/>
              </a:spcBef>
              <a:spcAft>
                <a:spcPts val="0"/>
              </a:spcAft>
              <a:buNone/>
              <a:defRPr/>
            </a:lvl5pPr>
            <a:lvl6pPr lvl="5">
              <a:lnSpc>
                <a:spcPct val="95000"/>
              </a:lnSpc>
              <a:spcBef>
                <a:spcPts val="0"/>
              </a:spcBef>
              <a:spcAft>
                <a:spcPts val="0"/>
              </a:spcAft>
              <a:buNone/>
              <a:defRPr/>
            </a:lvl6pPr>
            <a:lvl7pPr lvl="6">
              <a:lnSpc>
                <a:spcPct val="95000"/>
              </a:lnSpc>
              <a:spcBef>
                <a:spcPts val="0"/>
              </a:spcBef>
              <a:spcAft>
                <a:spcPts val="0"/>
              </a:spcAft>
              <a:buNone/>
              <a:defRPr/>
            </a:lvl7pPr>
            <a:lvl8pPr lvl="7">
              <a:lnSpc>
                <a:spcPct val="95000"/>
              </a:lnSpc>
              <a:spcBef>
                <a:spcPts val="0"/>
              </a:spcBef>
              <a:spcAft>
                <a:spcPts val="0"/>
              </a:spcAft>
              <a:buNone/>
              <a:defRPr/>
            </a:lvl8pPr>
            <a:lvl9pPr lvl="8">
              <a:lnSpc>
                <a:spcPct val="95000"/>
              </a:lnSpc>
              <a:spcBef>
                <a:spcPts val="0"/>
              </a:spcBef>
              <a:spcAft>
                <a:spcPts val="0"/>
              </a:spcAft>
              <a:buNone/>
              <a:defRPr/>
            </a:lvl9pPr>
          </a:lstStyle>
          <a:p/>
        </p:txBody>
      </p:sp>
      <p:sp>
        <p:nvSpPr>
          <p:cNvPr id="292" name="Google Shape;292;p33"/>
          <p:cNvSpPr txBox="1"/>
          <p:nvPr>
            <p:ph idx="4" type="body"/>
          </p:nvPr>
        </p:nvSpPr>
        <p:spPr>
          <a:xfrm>
            <a:off x="486650" y="1623430"/>
            <a:ext cx="2281500" cy="714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93" name="Google Shape;293;p33"/>
          <p:cNvSpPr txBox="1"/>
          <p:nvPr>
            <p:ph idx="5" type="subTitle"/>
          </p:nvPr>
        </p:nvSpPr>
        <p:spPr>
          <a:xfrm>
            <a:off x="3431225" y="1668075"/>
            <a:ext cx="2281500" cy="207600"/>
          </a:xfrm>
          <a:prstGeom prst="rect">
            <a:avLst/>
          </a:prstGeom>
        </p:spPr>
        <p:txBody>
          <a:bodyPr anchorCtr="0" anchor="t" bIns="0" lIns="0" spcFirstLastPara="1" rIns="0" wrap="square" tIns="0">
            <a:noAutofit/>
          </a:bodyPr>
          <a:lstStyle>
            <a:lvl1pPr lvl="0">
              <a:lnSpc>
                <a:spcPct val="95000"/>
              </a:lnSpc>
              <a:spcBef>
                <a:spcPts val="0"/>
              </a:spcBef>
              <a:spcAft>
                <a:spcPts val="0"/>
              </a:spcAft>
              <a:buNone/>
              <a:defRPr/>
            </a:lvl1pPr>
            <a:lvl2pPr lvl="1">
              <a:lnSpc>
                <a:spcPct val="95000"/>
              </a:lnSpc>
              <a:spcBef>
                <a:spcPts val="0"/>
              </a:spcBef>
              <a:spcAft>
                <a:spcPts val="0"/>
              </a:spcAft>
              <a:buNone/>
              <a:defRPr/>
            </a:lvl2pPr>
            <a:lvl3pPr lvl="2">
              <a:lnSpc>
                <a:spcPct val="95000"/>
              </a:lnSpc>
              <a:spcBef>
                <a:spcPts val="0"/>
              </a:spcBef>
              <a:spcAft>
                <a:spcPts val="0"/>
              </a:spcAft>
              <a:buNone/>
              <a:defRPr/>
            </a:lvl3pPr>
            <a:lvl4pPr lvl="3">
              <a:lnSpc>
                <a:spcPct val="95000"/>
              </a:lnSpc>
              <a:spcBef>
                <a:spcPts val="0"/>
              </a:spcBef>
              <a:spcAft>
                <a:spcPts val="0"/>
              </a:spcAft>
              <a:buNone/>
              <a:defRPr/>
            </a:lvl4pPr>
            <a:lvl5pPr lvl="4">
              <a:lnSpc>
                <a:spcPct val="95000"/>
              </a:lnSpc>
              <a:spcBef>
                <a:spcPts val="0"/>
              </a:spcBef>
              <a:spcAft>
                <a:spcPts val="0"/>
              </a:spcAft>
              <a:buNone/>
              <a:defRPr/>
            </a:lvl5pPr>
            <a:lvl6pPr lvl="5">
              <a:lnSpc>
                <a:spcPct val="95000"/>
              </a:lnSpc>
              <a:spcBef>
                <a:spcPts val="0"/>
              </a:spcBef>
              <a:spcAft>
                <a:spcPts val="0"/>
              </a:spcAft>
              <a:buNone/>
              <a:defRPr/>
            </a:lvl6pPr>
            <a:lvl7pPr lvl="6">
              <a:lnSpc>
                <a:spcPct val="95000"/>
              </a:lnSpc>
              <a:spcBef>
                <a:spcPts val="0"/>
              </a:spcBef>
              <a:spcAft>
                <a:spcPts val="0"/>
              </a:spcAft>
              <a:buNone/>
              <a:defRPr/>
            </a:lvl7pPr>
            <a:lvl8pPr lvl="7">
              <a:lnSpc>
                <a:spcPct val="95000"/>
              </a:lnSpc>
              <a:spcBef>
                <a:spcPts val="0"/>
              </a:spcBef>
              <a:spcAft>
                <a:spcPts val="0"/>
              </a:spcAft>
              <a:buNone/>
              <a:defRPr/>
            </a:lvl8pPr>
            <a:lvl9pPr lvl="8">
              <a:lnSpc>
                <a:spcPct val="95000"/>
              </a:lnSpc>
              <a:spcBef>
                <a:spcPts val="0"/>
              </a:spcBef>
              <a:spcAft>
                <a:spcPts val="0"/>
              </a:spcAft>
              <a:buNone/>
              <a:defRPr/>
            </a:lvl9pPr>
          </a:lstStyle>
          <a:p/>
        </p:txBody>
      </p:sp>
      <p:sp>
        <p:nvSpPr>
          <p:cNvPr id="294" name="Google Shape;294;p33"/>
          <p:cNvSpPr txBox="1"/>
          <p:nvPr>
            <p:ph idx="6" type="body"/>
          </p:nvPr>
        </p:nvSpPr>
        <p:spPr>
          <a:xfrm>
            <a:off x="3431250" y="1984480"/>
            <a:ext cx="2281500" cy="714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95" name="Google Shape;295;p33"/>
          <p:cNvSpPr txBox="1"/>
          <p:nvPr>
            <p:ph idx="7" type="subTitle"/>
          </p:nvPr>
        </p:nvSpPr>
        <p:spPr>
          <a:xfrm>
            <a:off x="6375825" y="1307025"/>
            <a:ext cx="2281500" cy="207600"/>
          </a:xfrm>
          <a:prstGeom prst="rect">
            <a:avLst/>
          </a:prstGeom>
        </p:spPr>
        <p:txBody>
          <a:bodyPr anchorCtr="0" anchor="t" bIns="0" lIns="0" spcFirstLastPara="1" rIns="0" wrap="square" tIns="0">
            <a:noAutofit/>
          </a:bodyPr>
          <a:lstStyle>
            <a:lvl1pPr lvl="0">
              <a:lnSpc>
                <a:spcPct val="95000"/>
              </a:lnSpc>
              <a:spcBef>
                <a:spcPts val="0"/>
              </a:spcBef>
              <a:spcAft>
                <a:spcPts val="0"/>
              </a:spcAft>
              <a:buNone/>
              <a:defRPr/>
            </a:lvl1pPr>
            <a:lvl2pPr lvl="1">
              <a:lnSpc>
                <a:spcPct val="95000"/>
              </a:lnSpc>
              <a:spcBef>
                <a:spcPts val="0"/>
              </a:spcBef>
              <a:spcAft>
                <a:spcPts val="0"/>
              </a:spcAft>
              <a:buNone/>
              <a:defRPr/>
            </a:lvl2pPr>
            <a:lvl3pPr lvl="2">
              <a:lnSpc>
                <a:spcPct val="95000"/>
              </a:lnSpc>
              <a:spcBef>
                <a:spcPts val="0"/>
              </a:spcBef>
              <a:spcAft>
                <a:spcPts val="0"/>
              </a:spcAft>
              <a:buNone/>
              <a:defRPr/>
            </a:lvl3pPr>
            <a:lvl4pPr lvl="3">
              <a:lnSpc>
                <a:spcPct val="95000"/>
              </a:lnSpc>
              <a:spcBef>
                <a:spcPts val="0"/>
              </a:spcBef>
              <a:spcAft>
                <a:spcPts val="0"/>
              </a:spcAft>
              <a:buNone/>
              <a:defRPr/>
            </a:lvl4pPr>
            <a:lvl5pPr lvl="4">
              <a:lnSpc>
                <a:spcPct val="95000"/>
              </a:lnSpc>
              <a:spcBef>
                <a:spcPts val="0"/>
              </a:spcBef>
              <a:spcAft>
                <a:spcPts val="0"/>
              </a:spcAft>
              <a:buNone/>
              <a:defRPr/>
            </a:lvl5pPr>
            <a:lvl6pPr lvl="5">
              <a:lnSpc>
                <a:spcPct val="95000"/>
              </a:lnSpc>
              <a:spcBef>
                <a:spcPts val="0"/>
              </a:spcBef>
              <a:spcAft>
                <a:spcPts val="0"/>
              </a:spcAft>
              <a:buNone/>
              <a:defRPr/>
            </a:lvl6pPr>
            <a:lvl7pPr lvl="6">
              <a:lnSpc>
                <a:spcPct val="95000"/>
              </a:lnSpc>
              <a:spcBef>
                <a:spcPts val="0"/>
              </a:spcBef>
              <a:spcAft>
                <a:spcPts val="0"/>
              </a:spcAft>
              <a:buNone/>
              <a:defRPr/>
            </a:lvl7pPr>
            <a:lvl8pPr lvl="7">
              <a:lnSpc>
                <a:spcPct val="95000"/>
              </a:lnSpc>
              <a:spcBef>
                <a:spcPts val="0"/>
              </a:spcBef>
              <a:spcAft>
                <a:spcPts val="0"/>
              </a:spcAft>
              <a:buNone/>
              <a:defRPr/>
            </a:lvl8pPr>
            <a:lvl9pPr lvl="8">
              <a:lnSpc>
                <a:spcPct val="95000"/>
              </a:lnSpc>
              <a:spcBef>
                <a:spcPts val="0"/>
              </a:spcBef>
              <a:spcAft>
                <a:spcPts val="0"/>
              </a:spcAft>
              <a:buNone/>
              <a:defRPr/>
            </a:lvl9pPr>
          </a:lstStyle>
          <a:p/>
        </p:txBody>
      </p:sp>
      <p:sp>
        <p:nvSpPr>
          <p:cNvPr id="296" name="Google Shape;296;p33"/>
          <p:cNvSpPr txBox="1"/>
          <p:nvPr>
            <p:ph idx="8" type="body"/>
          </p:nvPr>
        </p:nvSpPr>
        <p:spPr>
          <a:xfrm>
            <a:off x="6375850" y="1623430"/>
            <a:ext cx="2281500" cy="714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trics display - Alt 1">
  <p:cSld name="CUSTOM_8_1_1_1_1_1_1_1_1_1_1_1_1_1_1_1_1_1_1_1_1_1_1_1_1_1_1_1_1_1_1_1_1_1">
    <p:spTree>
      <p:nvGrpSpPr>
        <p:cNvPr id="297" name="Shape 297"/>
        <p:cNvGrpSpPr/>
        <p:nvPr/>
      </p:nvGrpSpPr>
      <p:grpSpPr>
        <a:xfrm>
          <a:off x="0" y="0"/>
          <a:ext cx="0" cy="0"/>
          <a:chOff x="0" y="0"/>
          <a:chExt cx="0" cy="0"/>
        </a:xfrm>
      </p:grpSpPr>
      <p:sp>
        <p:nvSpPr>
          <p:cNvPr id="298" name="Google Shape;298;p34"/>
          <p:cNvSpPr/>
          <p:nvPr/>
        </p:nvSpPr>
        <p:spPr>
          <a:xfrm>
            <a:off x="7529650" y="250"/>
            <a:ext cx="1614900" cy="5147700"/>
          </a:xfrm>
          <a:prstGeom prst="rect">
            <a:avLst/>
          </a:prstGeom>
          <a:gradFill>
            <a:gsLst>
              <a:gs pos="0">
                <a:schemeClr val="accent6"/>
              </a:gs>
              <a:gs pos="100000">
                <a:schemeClr val="lt2"/>
              </a:gs>
            </a:gsLst>
            <a:lin ang="54007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299" name="Google Shape;299;p34"/>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300" name="Google Shape;300;p34"/>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301" name="Google Shape;301;p34"/>
          <p:cNvSpPr txBox="1"/>
          <p:nvPr>
            <p:ph idx="3" type="title"/>
          </p:nvPr>
        </p:nvSpPr>
        <p:spPr>
          <a:xfrm>
            <a:off x="228600" y="457200"/>
            <a:ext cx="41604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302" name="Google Shape;302;p34"/>
          <p:cNvSpPr txBox="1"/>
          <p:nvPr>
            <p:ph idx="1" type="body"/>
          </p:nvPr>
        </p:nvSpPr>
        <p:spPr>
          <a:xfrm>
            <a:off x="230075" y="990150"/>
            <a:ext cx="3612900" cy="3534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303" name="Google Shape;303;p34"/>
          <p:cNvSpPr txBox="1"/>
          <p:nvPr>
            <p:ph idx="4" type="subTitle"/>
          </p:nvPr>
        </p:nvSpPr>
        <p:spPr>
          <a:xfrm>
            <a:off x="228600" y="4156375"/>
            <a:ext cx="1252800" cy="1722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
        <p:nvSpPr>
          <p:cNvPr id="304" name="Google Shape;304;p34"/>
          <p:cNvSpPr txBox="1"/>
          <p:nvPr>
            <p:ph idx="5" type="subTitle"/>
          </p:nvPr>
        </p:nvSpPr>
        <p:spPr>
          <a:xfrm>
            <a:off x="230075" y="3582936"/>
            <a:ext cx="1252800" cy="424800"/>
          </a:xfrm>
          <a:prstGeom prst="rect">
            <a:avLst/>
          </a:prstGeom>
        </p:spPr>
        <p:txBody>
          <a:bodyPr anchorCtr="0" anchor="t" bIns="0" lIns="0" spcFirstLastPara="1" rIns="0" wrap="square" tIns="0">
            <a:noAutofit/>
          </a:bodyPr>
          <a:lstStyle>
            <a:lvl1pPr lvl="0">
              <a:spcBef>
                <a:spcPts val="0"/>
              </a:spcBef>
              <a:spcAft>
                <a:spcPts val="0"/>
              </a:spcAft>
              <a:buNone/>
              <a:defRPr sz="3600">
                <a:solidFill>
                  <a:schemeClr val="lt2"/>
                </a:solidFill>
                <a:latin typeface="Jost"/>
                <a:ea typeface="Jost"/>
                <a:cs typeface="Jost"/>
                <a:sym typeface="Jost"/>
              </a:defRPr>
            </a:lvl1pPr>
            <a:lvl2pPr lvl="1">
              <a:spcBef>
                <a:spcPts val="0"/>
              </a:spcBef>
              <a:spcAft>
                <a:spcPts val="0"/>
              </a:spcAft>
              <a:buNone/>
              <a:defRPr sz="3600">
                <a:solidFill>
                  <a:schemeClr val="lt2"/>
                </a:solidFill>
                <a:latin typeface="Jost"/>
                <a:ea typeface="Jost"/>
                <a:cs typeface="Jost"/>
                <a:sym typeface="Jost"/>
              </a:defRPr>
            </a:lvl2pPr>
            <a:lvl3pPr lvl="2">
              <a:spcBef>
                <a:spcPts val="0"/>
              </a:spcBef>
              <a:spcAft>
                <a:spcPts val="0"/>
              </a:spcAft>
              <a:buNone/>
              <a:defRPr sz="3600">
                <a:solidFill>
                  <a:schemeClr val="lt2"/>
                </a:solidFill>
                <a:latin typeface="Jost"/>
                <a:ea typeface="Jost"/>
                <a:cs typeface="Jost"/>
                <a:sym typeface="Jost"/>
              </a:defRPr>
            </a:lvl3pPr>
            <a:lvl4pPr lvl="3">
              <a:spcBef>
                <a:spcPts val="0"/>
              </a:spcBef>
              <a:spcAft>
                <a:spcPts val="0"/>
              </a:spcAft>
              <a:buNone/>
              <a:defRPr sz="3600">
                <a:solidFill>
                  <a:schemeClr val="lt2"/>
                </a:solidFill>
                <a:latin typeface="Jost"/>
                <a:ea typeface="Jost"/>
                <a:cs typeface="Jost"/>
                <a:sym typeface="Jost"/>
              </a:defRPr>
            </a:lvl4pPr>
            <a:lvl5pPr lvl="4">
              <a:spcBef>
                <a:spcPts val="0"/>
              </a:spcBef>
              <a:spcAft>
                <a:spcPts val="0"/>
              </a:spcAft>
              <a:buNone/>
              <a:defRPr sz="3600">
                <a:solidFill>
                  <a:schemeClr val="lt2"/>
                </a:solidFill>
                <a:latin typeface="Jost"/>
                <a:ea typeface="Jost"/>
                <a:cs typeface="Jost"/>
                <a:sym typeface="Jost"/>
              </a:defRPr>
            </a:lvl5pPr>
            <a:lvl6pPr lvl="5">
              <a:spcBef>
                <a:spcPts val="0"/>
              </a:spcBef>
              <a:spcAft>
                <a:spcPts val="0"/>
              </a:spcAft>
              <a:buNone/>
              <a:defRPr sz="3600">
                <a:solidFill>
                  <a:schemeClr val="lt2"/>
                </a:solidFill>
                <a:latin typeface="Jost"/>
                <a:ea typeface="Jost"/>
                <a:cs typeface="Jost"/>
                <a:sym typeface="Jost"/>
              </a:defRPr>
            </a:lvl6pPr>
            <a:lvl7pPr lvl="6">
              <a:spcBef>
                <a:spcPts val="0"/>
              </a:spcBef>
              <a:spcAft>
                <a:spcPts val="0"/>
              </a:spcAft>
              <a:buNone/>
              <a:defRPr sz="3600">
                <a:solidFill>
                  <a:schemeClr val="lt2"/>
                </a:solidFill>
                <a:latin typeface="Jost"/>
                <a:ea typeface="Jost"/>
                <a:cs typeface="Jost"/>
                <a:sym typeface="Jost"/>
              </a:defRPr>
            </a:lvl7pPr>
            <a:lvl8pPr lvl="7">
              <a:spcBef>
                <a:spcPts val="0"/>
              </a:spcBef>
              <a:spcAft>
                <a:spcPts val="0"/>
              </a:spcAft>
              <a:buNone/>
              <a:defRPr sz="3600">
                <a:solidFill>
                  <a:schemeClr val="lt2"/>
                </a:solidFill>
                <a:latin typeface="Jost"/>
                <a:ea typeface="Jost"/>
                <a:cs typeface="Jost"/>
                <a:sym typeface="Jost"/>
              </a:defRPr>
            </a:lvl8pPr>
            <a:lvl9pPr lvl="8">
              <a:spcBef>
                <a:spcPts val="0"/>
              </a:spcBef>
              <a:spcAft>
                <a:spcPts val="0"/>
              </a:spcAft>
              <a:buNone/>
              <a:defRPr sz="3600">
                <a:solidFill>
                  <a:schemeClr val="lt2"/>
                </a:solidFill>
                <a:latin typeface="Jost"/>
                <a:ea typeface="Jost"/>
                <a:cs typeface="Jost"/>
                <a:sym typeface="Jost"/>
              </a:defRPr>
            </a:lvl9pPr>
          </a:lstStyle>
          <a:p/>
        </p:txBody>
      </p:sp>
      <p:sp>
        <p:nvSpPr>
          <p:cNvPr id="305" name="Google Shape;305;p34"/>
          <p:cNvSpPr txBox="1"/>
          <p:nvPr>
            <p:ph idx="6" type="subTitle"/>
          </p:nvPr>
        </p:nvSpPr>
        <p:spPr>
          <a:xfrm>
            <a:off x="1983338" y="4156375"/>
            <a:ext cx="1252800" cy="1722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
        <p:nvSpPr>
          <p:cNvPr id="306" name="Google Shape;306;p34"/>
          <p:cNvSpPr txBox="1"/>
          <p:nvPr>
            <p:ph idx="7" type="subTitle"/>
          </p:nvPr>
        </p:nvSpPr>
        <p:spPr>
          <a:xfrm>
            <a:off x="1984813" y="3582936"/>
            <a:ext cx="1252800" cy="424800"/>
          </a:xfrm>
          <a:prstGeom prst="rect">
            <a:avLst/>
          </a:prstGeom>
        </p:spPr>
        <p:txBody>
          <a:bodyPr anchorCtr="0" anchor="t" bIns="0" lIns="0" spcFirstLastPara="1" rIns="0" wrap="square" tIns="0">
            <a:noAutofit/>
          </a:bodyPr>
          <a:lstStyle>
            <a:lvl1pPr lvl="0">
              <a:spcBef>
                <a:spcPts val="0"/>
              </a:spcBef>
              <a:spcAft>
                <a:spcPts val="0"/>
              </a:spcAft>
              <a:buNone/>
              <a:defRPr sz="3600">
                <a:solidFill>
                  <a:schemeClr val="lt2"/>
                </a:solidFill>
                <a:latin typeface="Jost"/>
                <a:ea typeface="Jost"/>
                <a:cs typeface="Jost"/>
                <a:sym typeface="Jost"/>
              </a:defRPr>
            </a:lvl1pPr>
            <a:lvl2pPr lvl="1">
              <a:spcBef>
                <a:spcPts val="0"/>
              </a:spcBef>
              <a:spcAft>
                <a:spcPts val="0"/>
              </a:spcAft>
              <a:buNone/>
              <a:defRPr sz="3600">
                <a:solidFill>
                  <a:schemeClr val="lt2"/>
                </a:solidFill>
                <a:latin typeface="Jost"/>
                <a:ea typeface="Jost"/>
                <a:cs typeface="Jost"/>
                <a:sym typeface="Jost"/>
              </a:defRPr>
            </a:lvl2pPr>
            <a:lvl3pPr lvl="2">
              <a:spcBef>
                <a:spcPts val="0"/>
              </a:spcBef>
              <a:spcAft>
                <a:spcPts val="0"/>
              </a:spcAft>
              <a:buNone/>
              <a:defRPr sz="3600">
                <a:solidFill>
                  <a:schemeClr val="lt2"/>
                </a:solidFill>
                <a:latin typeface="Jost"/>
                <a:ea typeface="Jost"/>
                <a:cs typeface="Jost"/>
                <a:sym typeface="Jost"/>
              </a:defRPr>
            </a:lvl3pPr>
            <a:lvl4pPr lvl="3">
              <a:spcBef>
                <a:spcPts val="0"/>
              </a:spcBef>
              <a:spcAft>
                <a:spcPts val="0"/>
              </a:spcAft>
              <a:buNone/>
              <a:defRPr sz="3600">
                <a:solidFill>
                  <a:schemeClr val="lt2"/>
                </a:solidFill>
                <a:latin typeface="Jost"/>
                <a:ea typeface="Jost"/>
                <a:cs typeface="Jost"/>
                <a:sym typeface="Jost"/>
              </a:defRPr>
            </a:lvl4pPr>
            <a:lvl5pPr lvl="4">
              <a:spcBef>
                <a:spcPts val="0"/>
              </a:spcBef>
              <a:spcAft>
                <a:spcPts val="0"/>
              </a:spcAft>
              <a:buNone/>
              <a:defRPr sz="3600">
                <a:solidFill>
                  <a:schemeClr val="lt2"/>
                </a:solidFill>
                <a:latin typeface="Jost"/>
                <a:ea typeface="Jost"/>
                <a:cs typeface="Jost"/>
                <a:sym typeface="Jost"/>
              </a:defRPr>
            </a:lvl5pPr>
            <a:lvl6pPr lvl="5">
              <a:spcBef>
                <a:spcPts val="0"/>
              </a:spcBef>
              <a:spcAft>
                <a:spcPts val="0"/>
              </a:spcAft>
              <a:buNone/>
              <a:defRPr sz="3600">
                <a:solidFill>
                  <a:schemeClr val="lt2"/>
                </a:solidFill>
                <a:latin typeface="Jost"/>
                <a:ea typeface="Jost"/>
                <a:cs typeface="Jost"/>
                <a:sym typeface="Jost"/>
              </a:defRPr>
            </a:lvl6pPr>
            <a:lvl7pPr lvl="6">
              <a:spcBef>
                <a:spcPts val="0"/>
              </a:spcBef>
              <a:spcAft>
                <a:spcPts val="0"/>
              </a:spcAft>
              <a:buNone/>
              <a:defRPr sz="3600">
                <a:solidFill>
                  <a:schemeClr val="lt2"/>
                </a:solidFill>
                <a:latin typeface="Jost"/>
                <a:ea typeface="Jost"/>
                <a:cs typeface="Jost"/>
                <a:sym typeface="Jost"/>
              </a:defRPr>
            </a:lvl7pPr>
            <a:lvl8pPr lvl="7">
              <a:spcBef>
                <a:spcPts val="0"/>
              </a:spcBef>
              <a:spcAft>
                <a:spcPts val="0"/>
              </a:spcAft>
              <a:buNone/>
              <a:defRPr sz="3600">
                <a:solidFill>
                  <a:schemeClr val="lt2"/>
                </a:solidFill>
                <a:latin typeface="Jost"/>
                <a:ea typeface="Jost"/>
                <a:cs typeface="Jost"/>
                <a:sym typeface="Jost"/>
              </a:defRPr>
            </a:lvl8pPr>
            <a:lvl9pPr lvl="8">
              <a:spcBef>
                <a:spcPts val="0"/>
              </a:spcBef>
              <a:spcAft>
                <a:spcPts val="0"/>
              </a:spcAft>
              <a:buNone/>
              <a:defRPr sz="3600">
                <a:solidFill>
                  <a:schemeClr val="lt2"/>
                </a:solidFill>
                <a:latin typeface="Jost"/>
                <a:ea typeface="Jost"/>
                <a:cs typeface="Jost"/>
                <a:sym typeface="Jost"/>
              </a:defRPr>
            </a:lvl9pPr>
          </a:lstStyle>
          <a:p/>
        </p:txBody>
      </p:sp>
      <p:sp>
        <p:nvSpPr>
          <p:cNvPr id="307" name="Google Shape;307;p34"/>
          <p:cNvSpPr txBox="1"/>
          <p:nvPr>
            <p:ph idx="8" type="subTitle"/>
          </p:nvPr>
        </p:nvSpPr>
        <p:spPr>
          <a:xfrm>
            <a:off x="3739563" y="4156375"/>
            <a:ext cx="1252800" cy="1722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
        <p:nvSpPr>
          <p:cNvPr id="308" name="Google Shape;308;p34"/>
          <p:cNvSpPr txBox="1"/>
          <p:nvPr>
            <p:ph idx="9" type="subTitle"/>
          </p:nvPr>
        </p:nvSpPr>
        <p:spPr>
          <a:xfrm>
            <a:off x="3741038" y="3582936"/>
            <a:ext cx="1252800" cy="424800"/>
          </a:xfrm>
          <a:prstGeom prst="rect">
            <a:avLst/>
          </a:prstGeom>
        </p:spPr>
        <p:txBody>
          <a:bodyPr anchorCtr="0" anchor="t" bIns="0" lIns="0" spcFirstLastPara="1" rIns="0" wrap="square" tIns="0">
            <a:noAutofit/>
          </a:bodyPr>
          <a:lstStyle>
            <a:lvl1pPr lvl="0">
              <a:spcBef>
                <a:spcPts val="0"/>
              </a:spcBef>
              <a:spcAft>
                <a:spcPts val="0"/>
              </a:spcAft>
              <a:buNone/>
              <a:defRPr sz="3600">
                <a:solidFill>
                  <a:schemeClr val="lt2"/>
                </a:solidFill>
                <a:latin typeface="Jost"/>
                <a:ea typeface="Jost"/>
                <a:cs typeface="Jost"/>
                <a:sym typeface="Jost"/>
              </a:defRPr>
            </a:lvl1pPr>
            <a:lvl2pPr lvl="1">
              <a:spcBef>
                <a:spcPts val="0"/>
              </a:spcBef>
              <a:spcAft>
                <a:spcPts val="0"/>
              </a:spcAft>
              <a:buNone/>
              <a:defRPr sz="3600">
                <a:solidFill>
                  <a:schemeClr val="lt2"/>
                </a:solidFill>
                <a:latin typeface="Jost"/>
                <a:ea typeface="Jost"/>
                <a:cs typeface="Jost"/>
                <a:sym typeface="Jost"/>
              </a:defRPr>
            </a:lvl2pPr>
            <a:lvl3pPr lvl="2">
              <a:spcBef>
                <a:spcPts val="0"/>
              </a:spcBef>
              <a:spcAft>
                <a:spcPts val="0"/>
              </a:spcAft>
              <a:buNone/>
              <a:defRPr sz="3600">
                <a:solidFill>
                  <a:schemeClr val="lt2"/>
                </a:solidFill>
                <a:latin typeface="Jost"/>
                <a:ea typeface="Jost"/>
                <a:cs typeface="Jost"/>
                <a:sym typeface="Jost"/>
              </a:defRPr>
            </a:lvl3pPr>
            <a:lvl4pPr lvl="3">
              <a:spcBef>
                <a:spcPts val="0"/>
              </a:spcBef>
              <a:spcAft>
                <a:spcPts val="0"/>
              </a:spcAft>
              <a:buNone/>
              <a:defRPr sz="3600">
                <a:solidFill>
                  <a:schemeClr val="lt2"/>
                </a:solidFill>
                <a:latin typeface="Jost"/>
                <a:ea typeface="Jost"/>
                <a:cs typeface="Jost"/>
                <a:sym typeface="Jost"/>
              </a:defRPr>
            </a:lvl4pPr>
            <a:lvl5pPr lvl="4">
              <a:spcBef>
                <a:spcPts val="0"/>
              </a:spcBef>
              <a:spcAft>
                <a:spcPts val="0"/>
              </a:spcAft>
              <a:buNone/>
              <a:defRPr sz="3600">
                <a:solidFill>
                  <a:schemeClr val="lt2"/>
                </a:solidFill>
                <a:latin typeface="Jost"/>
                <a:ea typeface="Jost"/>
                <a:cs typeface="Jost"/>
                <a:sym typeface="Jost"/>
              </a:defRPr>
            </a:lvl5pPr>
            <a:lvl6pPr lvl="5">
              <a:spcBef>
                <a:spcPts val="0"/>
              </a:spcBef>
              <a:spcAft>
                <a:spcPts val="0"/>
              </a:spcAft>
              <a:buNone/>
              <a:defRPr sz="3600">
                <a:solidFill>
                  <a:schemeClr val="lt2"/>
                </a:solidFill>
                <a:latin typeface="Jost"/>
                <a:ea typeface="Jost"/>
                <a:cs typeface="Jost"/>
                <a:sym typeface="Jost"/>
              </a:defRPr>
            </a:lvl6pPr>
            <a:lvl7pPr lvl="6">
              <a:spcBef>
                <a:spcPts val="0"/>
              </a:spcBef>
              <a:spcAft>
                <a:spcPts val="0"/>
              </a:spcAft>
              <a:buNone/>
              <a:defRPr sz="3600">
                <a:solidFill>
                  <a:schemeClr val="lt2"/>
                </a:solidFill>
                <a:latin typeface="Jost"/>
                <a:ea typeface="Jost"/>
                <a:cs typeface="Jost"/>
                <a:sym typeface="Jost"/>
              </a:defRPr>
            </a:lvl7pPr>
            <a:lvl8pPr lvl="7">
              <a:spcBef>
                <a:spcPts val="0"/>
              </a:spcBef>
              <a:spcAft>
                <a:spcPts val="0"/>
              </a:spcAft>
              <a:buNone/>
              <a:defRPr sz="3600">
                <a:solidFill>
                  <a:schemeClr val="lt2"/>
                </a:solidFill>
                <a:latin typeface="Jost"/>
                <a:ea typeface="Jost"/>
                <a:cs typeface="Jost"/>
                <a:sym typeface="Jost"/>
              </a:defRPr>
            </a:lvl8pPr>
            <a:lvl9pPr lvl="8">
              <a:spcBef>
                <a:spcPts val="0"/>
              </a:spcBef>
              <a:spcAft>
                <a:spcPts val="0"/>
              </a:spcAft>
              <a:buNone/>
              <a:defRPr sz="3600">
                <a:solidFill>
                  <a:schemeClr val="lt2"/>
                </a:solidFill>
                <a:latin typeface="Jost"/>
                <a:ea typeface="Jost"/>
                <a:cs typeface="Jost"/>
                <a:sym typeface="Jost"/>
              </a:defRPr>
            </a:lvl9pPr>
          </a:lstStyle>
          <a:p/>
        </p:txBody>
      </p:sp>
      <p:sp>
        <p:nvSpPr>
          <p:cNvPr id="309" name="Google Shape;309;p34"/>
          <p:cNvSpPr txBox="1"/>
          <p:nvPr>
            <p:ph idx="13" type="subTitle"/>
          </p:nvPr>
        </p:nvSpPr>
        <p:spPr>
          <a:xfrm>
            <a:off x="228600" y="3211175"/>
            <a:ext cx="3130200" cy="303900"/>
          </a:xfrm>
          <a:prstGeom prst="rect">
            <a:avLst/>
          </a:prstGeom>
        </p:spPr>
        <p:txBody>
          <a:bodyPr anchorCtr="0" anchor="ctr" bIns="0" lIns="0" spcFirstLastPara="1" rIns="0" wrap="square" tIns="0">
            <a:noAutofit/>
          </a:bodyPr>
          <a:lstStyle>
            <a:lvl1pPr lvl="0">
              <a:spcBef>
                <a:spcPts val="0"/>
              </a:spcBef>
              <a:spcAft>
                <a:spcPts val="0"/>
              </a:spcAft>
              <a:buNone/>
              <a:defRPr sz="1600"/>
            </a:lvl1pPr>
            <a:lvl2pPr lvl="1">
              <a:spcBef>
                <a:spcPts val="0"/>
              </a:spcBef>
              <a:spcAft>
                <a:spcPts val="0"/>
              </a:spcAft>
              <a:buNone/>
              <a:defRPr sz="1600"/>
            </a:lvl2pPr>
            <a:lvl3pPr lvl="2">
              <a:spcBef>
                <a:spcPts val="0"/>
              </a:spcBef>
              <a:spcAft>
                <a:spcPts val="0"/>
              </a:spcAft>
              <a:buNone/>
              <a:defRPr sz="1600"/>
            </a:lvl3pPr>
            <a:lvl4pPr lvl="3">
              <a:spcBef>
                <a:spcPts val="0"/>
              </a:spcBef>
              <a:spcAft>
                <a:spcPts val="0"/>
              </a:spcAft>
              <a:buNone/>
              <a:defRPr sz="1600"/>
            </a:lvl4pPr>
            <a:lvl5pPr lvl="4">
              <a:spcBef>
                <a:spcPts val="0"/>
              </a:spcBef>
              <a:spcAft>
                <a:spcPts val="0"/>
              </a:spcAft>
              <a:buNone/>
              <a:defRPr sz="1600"/>
            </a:lvl5pPr>
            <a:lvl6pPr lvl="5">
              <a:spcBef>
                <a:spcPts val="0"/>
              </a:spcBef>
              <a:spcAft>
                <a:spcPts val="0"/>
              </a:spcAft>
              <a:buNone/>
              <a:defRPr sz="1600"/>
            </a:lvl6pPr>
            <a:lvl7pPr lvl="6">
              <a:spcBef>
                <a:spcPts val="0"/>
              </a:spcBef>
              <a:spcAft>
                <a:spcPts val="0"/>
              </a:spcAft>
              <a:buNone/>
              <a:defRPr sz="1600"/>
            </a:lvl7pPr>
            <a:lvl8pPr lvl="7">
              <a:spcBef>
                <a:spcPts val="0"/>
              </a:spcBef>
              <a:spcAft>
                <a:spcPts val="0"/>
              </a:spcAft>
              <a:buNone/>
              <a:defRPr sz="1600"/>
            </a:lvl8pPr>
            <a:lvl9pPr lvl="8">
              <a:spcBef>
                <a:spcPts val="0"/>
              </a:spcBef>
              <a:spcAft>
                <a:spcPts val="0"/>
              </a:spcAft>
              <a:buNone/>
              <a:defRPr sz="1600"/>
            </a:lvl9pPr>
          </a:lstStyle>
          <a:p/>
        </p:txBody>
      </p:sp>
      <p:sp>
        <p:nvSpPr>
          <p:cNvPr id="310" name="Google Shape;310;p34"/>
          <p:cNvSpPr txBox="1"/>
          <p:nvPr>
            <p:ph idx="14" type="subTitle"/>
          </p:nvPr>
        </p:nvSpPr>
        <p:spPr>
          <a:xfrm>
            <a:off x="228600" y="2663863"/>
            <a:ext cx="1252800" cy="1722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
        <p:nvSpPr>
          <p:cNvPr id="311" name="Google Shape;311;p34"/>
          <p:cNvSpPr txBox="1"/>
          <p:nvPr>
            <p:ph idx="15" type="subTitle"/>
          </p:nvPr>
        </p:nvSpPr>
        <p:spPr>
          <a:xfrm>
            <a:off x="230075" y="2090424"/>
            <a:ext cx="1252800" cy="424800"/>
          </a:xfrm>
          <a:prstGeom prst="rect">
            <a:avLst/>
          </a:prstGeom>
        </p:spPr>
        <p:txBody>
          <a:bodyPr anchorCtr="0" anchor="t" bIns="0" lIns="0" spcFirstLastPara="1" rIns="0" wrap="square" tIns="0">
            <a:noAutofit/>
          </a:bodyPr>
          <a:lstStyle>
            <a:lvl1pPr lvl="0">
              <a:spcBef>
                <a:spcPts val="0"/>
              </a:spcBef>
              <a:spcAft>
                <a:spcPts val="0"/>
              </a:spcAft>
              <a:buNone/>
              <a:defRPr sz="3600">
                <a:solidFill>
                  <a:schemeClr val="lt2"/>
                </a:solidFill>
                <a:latin typeface="Jost"/>
                <a:ea typeface="Jost"/>
                <a:cs typeface="Jost"/>
                <a:sym typeface="Jost"/>
              </a:defRPr>
            </a:lvl1pPr>
            <a:lvl2pPr lvl="1">
              <a:spcBef>
                <a:spcPts val="0"/>
              </a:spcBef>
              <a:spcAft>
                <a:spcPts val="0"/>
              </a:spcAft>
              <a:buNone/>
              <a:defRPr sz="3600">
                <a:solidFill>
                  <a:schemeClr val="lt2"/>
                </a:solidFill>
                <a:latin typeface="Jost"/>
                <a:ea typeface="Jost"/>
                <a:cs typeface="Jost"/>
                <a:sym typeface="Jost"/>
              </a:defRPr>
            </a:lvl2pPr>
            <a:lvl3pPr lvl="2">
              <a:spcBef>
                <a:spcPts val="0"/>
              </a:spcBef>
              <a:spcAft>
                <a:spcPts val="0"/>
              </a:spcAft>
              <a:buNone/>
              <a:defRPr sz="3600">
                <a:solidFill>
                  <a:schemeClr val="lt2"/>
                </a:solidFill>
                <a:latin typeface="Jost"/>
                <a:ea typeface="Jost"/>
                <a:cs typeface="Jost"/>
                <a:sym typeface="Jost"/>
              </a:defRPr>
            </a:lvl3pPr>
            <a:lvl4pPr lvl="3">
              <a:spcBef>
                <a:spcPts val="0"/>
              </a:spcBef>
              <a:spcAft>
                <a:spcPts val="0"/>
              </a:spcAft>
              <a:buNone/>
              <a:defRPr sz="3600">
                <a:solidFill>
                  <a:schemeClr val="lt2"/>
                </a:solidFill>
                <a:latin typeface="Jost"/>
                <a:ea typeface="Jost"/>
                <a:cs typeface="Jost"/>
                <a:sym typeface="Jost"/>
              </a:defRPr>
            </a:lvl4pPr>
            <a:lvl5pPr lvl="4">
              <a:spcBef>
                <a:spcPts val="0"/>
              </a:spcBef>
              <a:spcAft>
                <a:spcPts val="0"/>
              </a:spcAft>
              <a:buNone/>
              <a:defRPr sz="3600">
                <a:solidFill>
                  <a:schemeClr val="lt2"/>
                </a:solidFill>
                <a:latin typeface="Jost"/>
                <a:ea typeface="Jost"/>
                <a:cs typeface="Jost"/>
                <a:sym typeface="Jost"/>
              </a:defRPr>
            </a:lvl5pPr>
            <a:lvl6pPr lvl="5">
              <a:spcBef>
                <a:spcPts val="0"/>
              </a:spcBef>
              <a:spcAft>
                <a:spcPts val="0"/>
              </a:spcAft>
              <a:buNone/>
              <a:defRPr sz="3600">
                <a:solidFill>
                  <a:schemeClr val="lt2"/>
                </a:solidFill>
                <a:latin typeface="Jost"/>
                <a:ea typeface="Jost"/>
                <a:cs typeface="Jost"/>
                <a:sym typeface="Jost"/>
              </a:defRPr>
            </a:lvl6pPr>
            <a:lvl7pPr lvl="6">
              <a:spcBef>
                <a:spcPts val="0"/>
              </a:spcBef>
              <a:spcAft>
                <a:spcPts val="0"/>
              </a:spcAft>
              <a:buNone/>
              <a:defRPr sz="3600">
                <a:solidFill>
                  <a:schemeClr val="lt2"/>
                </a:solidFill>
                <a:latin typeface="Jost"/>
                <a:ea typeface="Jost"/>
                <a:cs typeface="Jost"/>
                <a:sym typeface="Jost"/>
              </a:defRPr>
            </a:lvl7pPr>
            <a:lvl8pPr lvl="7">
              <a:spcBef>
                <a:spcPts val="0"/>
              </a:spcBef>
              <a:spcAft>
                <a:spcPts val="0"/>
              </a:spcAft>
              <a:buNone/>
              <a:defRPr sz="3600">
                <a:solidFill>
                  <a:schemeClr val="lt2"/>
                </a:solidFill>
                <a:latin typeface="Jost"/>
                <a:ea typeface="Jost"/>
                <a:cs typeface="Jost"/>
                <a:sym typeface="Jost"/>
              </a:defRPr>
            </a:lvl8pPr>
            <a:lvl9pPr lvl="8">
              <a:spcBef>
                <a:spcPts val="0"/>
              </a:spcBef>
              <a:spcAft>
                <a:spcPts val="0"/>
              </a:spcAft>
              <a:buNone/>
              <a:defRPr sz="3600">
                <a:solidFill>
                  <a:schemeClr val="lt2"/>
                </a:solidFill>
                <a:latin typeface="Jost"/>
                <a:ea typeface="Jost"/>
                <a:cs typeface="Jost"/>
                <a:sym typeface="Jost"/>
              </a:defRPr>
            </a:lvl9pPr>
          </a:lstStyle>
          <a:p/>
        </p:txBody>
      </p:sp>
      <p:sp>
        <p:nvSpPr>
          <p:cNvPr id="312" name="Google Shape;312;p34"/>
          <p:cNvSpPr txBox="1"/>
          <p:nvPr>
            <p:ph idx="16" type="subTitle"/>
          </p:nvPr>
        </p:nvSpPr>
        <p:spPr>
          <a:xfrm>
            <a:off x="1983338" y="2663863"/>
            <a:ext cx="1252800" cy="1722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
        <p:nvSpPr>
          <p:cNvPr id="313" name="Google Shape;313;p34"/>
          <p:cNvSpPr txBox="1"/>
          <p:nvPr>
            <p:ph idx="17" type="subTitle"/>
          </p:nvPr>
        </p:nvSpPr>
        <p:spPr>
          <a:xfrm>
            <a:off x="1984813" y="2090424"/>
            <a:ext cx="1252800" cy="424800"/>
          </a:xfrm>
          <a:prstGeom prst="rect">
            <a:avLst/>
          </a:prstGeom>
        </p:spPr>
        <p:txBody>
          <a:bodyPr anchorCtr="0" anchor="t" bIns="0" lIns="0" spcFirstLastPara="1" rIns="0" wrap="square" tIns="0">
            <a:noAutofit/>
          </a:bodyPr>
          <a:lstStyle>
            <a:lvl1pPr lvl="0">
              <a:spcBef>
                <a:spcPts val="0"/>
              </a:spcBef>
              <a:spcAft>
                <a:spcPts val="0"/>
              </a:spcAft>
              <a:buNone/>
              <a:defRPr sz="3600">
                <a:solidFill>
                  <a:schemeClr val="lt2"/>
                </a:solidFill>
                <a:latin typeface="Jost"/>
                <a:ea typeface="Jost"/>
                <a:cs typeface="Jost"/>
                <a:sym typeface="Jost"/>
              </a:defRPr>
            </a:lvl1pPr>
            <a:lvl2pPr lvl="1">
              <a:spcBef>
                <a:spcPts val="0"/>
              </a:spcBef>
              <a:spcAft>
                <a:spcPts val="0"/>
              </a:spcAft>
              <a:buNone/>
              <a:defRPr sz="3600">
                <a:solidFill>
                  <a:schemeClr val="lt2"/>
                </a:solidFill>
                <a:latin typeface="Jost"/>
                <a:ea typeface="Jost"/>
                <a:cs typeface="Jost"/>
                <a:sym typeface="Jost"/>
              </a:defRPr>
            </a:lvl2pPr>
            <a:lvl3pPr lvl="2">
              <a:spcBef>
                <a:spcPts val="0"/>
              </a:spcBef>
              <a:spcAft>
                <a:spcPts val="0"/>
              </a:spcAft>
              <a:buNone/>
              <a:defRPr sz="3600">
                <a:solidFill>
                  <a:schemeClr val="lt2"/>
                </a:solidFill>
                <a:latin typeface="Jost"/>
                <a:ea typeface="Jost"/>
                <a:cs typeface="Jost"/>
                <a:sym typeface="Jost"/>
              </a:defRPr>
            </a:lvl3pPr>
            <a:lvl4pPr lvl="3">
              <a:spcBef>
                <a:spcPts val="0"/>
              </a:spcBef>
              <a:spcAft>
                <a:spcPts val="0"/>
              </a:spcAft>
              <a:buNone/>
              <a:defRPr sz="3600">
                <a:solidFill>
                  <a:schemeClr val="lt2"/>
                </a:solidFill>
                <a:latin typeface="Jost"/>
                <a:ea typeface="Jost"/>
                <a:cs typeface="Jost"/>
                <a:sym typeface="Jost"/>
              </a:defRPr>
            </a:lvl4pPr>
            <a:lvl5pPr lvl="4">
              <a:spcBef>
                <a:spcPts val="0"/>
              </a:spcBef>
              <a:spcAft>
                <a:spcPts val="0"/>
              </a:spcAft>
              <a:buNone/>
              <a:defRPr sz="3600">
                <a:solidFill>
                  <a:schemeClr val="lt2"/>
                </a:solidFill>
                <a:latin typeface="Jost"/>
                <a:ea typeface="Jost"/>
                <a:cs typeface="Jost"/>
                <a:sym typeface="Jost"/>
              </a:defRPr>
            </a:lvl5pPr>
            <a:lvl6pPr lvl="5">
              <a:spcBef>
                <a:spcPts val="0"/>
              </a:spcBef>
              <a:spcAft>
                <a:spcPts val="0"/>
              </a:spcAft>
              <a:buNone/>
              <a:defRPr sz="3600">
                <a:solidFill>
                  <a:schemeClr val="lt2"/>
                </a:solidFill>
                <a:latin typeface="Jost"/>
                <a:ea typeface="Jost"/>
                <a:cs typeface="Jost"/>
                <a:sym typeface="Jost"/>
              </a:defRPr>
            </a:lvl6pPr>
            <a:lvl7pPr lvl="6">
              <a:spcBef>
                <a:spcPts val="0"/>
              </a:spcBef>
              <a:spcAft>
                <a:spcPts val="0"/>
              </a:spcAft>
              <a:buNone/>
              <a:defRPr sz="3600">
                <a:solidFill>
                  <a:schemeClr val="lt2"/>
                </a:solidFill>
                <a:latin typeface="Jost"/>
                <a:ea typeface="Jost"/>
                <a:cs typeface="Jost"/>
                <a:sym typeface="Jost"/>
              </a:defRPr>
            </a:lvl7pPr>
            <a:lvl8pPr lvl="7">
              <a:spcBef>
                <a:spcPts val="0"/>
              </a:spcBef>
              <a:spcAft>
                <a:spcPts val="0"/>
              </a:spcAft>
              <a:buNone/>
              <a:defRPr sz="3600">
                <a:solidFill>
                  <a:schemeClr val="lt2"/>
                </a:solidFill>
                <a:latin typeface="Jost"/>
                <a:ea typeface="Jost"/>
                <a:cs typeface="Jost"/>
                <a:sym typeface="Jost"/>
              </a:defRPr>
            </a:lvl8pPr>
            <a:lvl9pPr lvl="8">
              <a:spcBef>
                <a:spcPts val="0"/>
              </a:spcBef>
              <a:spcAft>
                <a:spcPts val="0"/>
              </a:spcAft>
              <a:buNone/>
              <a:defRPr sz="3600">
                <a:solidFill>
                  <a:schemeClr val="lt2"/>
                </a:solidFill>
                <a:latin typeface="Jost"/>
                <a:ea typeface="Jost"/>
                <a:cs typeface="Jost"/>
                <a:sym typeface="Jost"/>
              </a:defRPr>
            </a:lvl9pPr>
          </a:lstStyle>
          <a:p/>
        </p:txBody>
      </p:sp>
      <p:sp>
        <p:nvSpPr>
          <p:cNvPr id="314" name="Google Shape;314;p34"/>
          <p:cNvSpPr txBox="1"/>
          <p:nvPr>
            <p:ph idx="18" type="subTitle"/>
          </p:nvPr>
        </p:nvSpPr>
        <p:spPr>
          <a:xfrm>
            <a:off x="3739563" y="2663863"/>
            <a:ext cx="1252800" cy="1722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
        <p:nvSpPr>
          <p:cNvPr id="315" name="Google Shape;315;p34"/>
          <p:cNvSpPr txBox="1"/>
          <p:nvPr>
            <p:ph idx="19" type="subTitle"/>
          </p:nvPr>
        </p:nvSpPr>
        <p:spPr>
          <a:xfrm>
            <a:off x="3741038" y="2090424"/>
            <a:ext cx="1252800" cy="424800"/>
          </a:xfrm>
          <a:prstGeom prst="rect">
            <a:avLst/>
          </a:prstGeom>
        </p:spPr>
        <p:txBody>
          <a:bodyPr anchorCtr="0" anchor="t" bIns="0" lIns="0" spcFirstLastPara="1" rIns="0" wrap="square" tIns="0">
            <a:noAutofit/>
          </a:bodyPr>
          <a:lstStyle>
            <a:lvl1pPr lvl="0">
              <a:spcBef>
                <a:spcPts val="0"/>
              </a:spcBef>
              <a:spcAft>
                <a:spcPts val="0"/>
              </a:spcAft>
              <a:buNone/>
              <a:defRPr sz="3600">
                <a:solidFill>
                  <a:schemeClr val="lt2"/>
                </a:solidFill>
                <a:latin typeface="Jost"/>
                <a:ea typeface="Jost"/>
                <a:cs typeface="Jost"/>
                <a:sym typeface="Jost"/>
              </a:defRPr>
            </a:lvl1pPr>
            <a:lvl2pPr lvl="1">
              <a:spcBef>
                <a:spcPts val="0"/>
              </a:spcBef>
              <a:spcAft>
                <a:spcPts val="0"/>
              </a:spcAft>
              <a:buNone/>
              <a:defRPr sz="3600">
                <a:solidFill>
                  <a:schemeClr val="lt2"/>
                </a:solidFill>
                <a:latin typeface="Jost"/>
                <a:ea typeface="Jost"/>
                <a:cs typeface="Jost"/>
                <a:sym typeface="Jost"/>
              </a:defRPr>
            </a:lvl2pPr>
            <a:lvl3pPr lvl="2">
              <a:spcBef>
                <a:spcPts val="0"/>
              </a:spcBef>
              <a:spcAft>
                <a:spcPts val="0"/>
              </a:spcAft>
              <a:buNone/>
              <a:defRPr sz="3600">
                <a:solidFill>
                  <a:schemeClr val="lt2"/>
                </a:solidFill>
                <a:latin typeface="Jost"/>
                <a:ea typeface="Jost"/>
                <a:cs typeface="Jost"/>
                <a:sym typeface="Jost"/>
              </a:defRPr>
            </a:lvl3pPr>
            <a:lvl4pPr lvl="3">
              <a:spcBef>
                <a:spcPts val="0"/>
              </a:spcBef>
              <a:spcAft>
                <a:spcPts val="0"/>
              </a:spcAft>
              <a:buNone/>
              <a:defRPr sz="3600">
                <a:solidFill>
                  <a:schemeClr val="lt2"/>
                </a:solidFill>
                <a:latin typeface="Jost"/>
                <a:ea typeface="Jost"/>
                <a:cs typeface="Jost"/>
                <a:sym typeface="Jost"/>
              </a:defRPr>
            </a:lvl4pPr>
            <a:lvl5pPr lvl="4">
              <a:spcBef>
                <a:spcPts val="0"/>
              </a:spcBef>
              <a:spcAft>
                <a:spcPts val="0"/>
              </a:spcAft>
              <a:buNone/>
              <a:defRPr sz="3600">
                <a:solidFill>
                  <a:schemeClr val="lt2"/>
                </a:solidFill>
                <a:latin typeface="Jost"/>
                <a:ea typeface="Jost"/>
                <a:cs typeface="Jost"/>
                <a:sym typeface="Jost"/>
              </a:defRPr>
            </a:lvl5pPr>
            <a:lvl6pPr lvl="5">
              <a:spcBef>
                <a:spcPts val="0"/>
              </a:spcBef>
              <a:spcAft>
                <a:spcPts val="0"/>
              </a:spcAft>
              <a:buNone/>
              <a:defRPr sz="3600">
                <a:solidFill>
                  <a:schemeClr val="lt2"/>
                </a:solidFill>
                <a:latin typeface="Jost"/>
                <a:ea typeface="Jost"/>
                <a:cs typeface="Jost"/>
                <a:sym typeface="Jost"/>
              </a:defRPr>
            </a:lvl6pPr>
            <a:lvl7pPr lvl="6">
              <a:spcBef>
                <a:spcPts val="0"/>
              </a:spcBef>
              <a:spcAft>
                <a:spcPts val="0"/>
              </a:spcAft>
              <a:buNone/>
              <a:defRPr sz="3600">
                <a:solidFill>
                  <a:schemeClr val="lt2"/>
                </a:solidFill>
                <a:latin typeface="Jost"/>
                <a:ea typeface="Jost"/>
                <a:cs typeface="Jost"/>
                <a:sym typeface="Jost"/>
              </a:defRPr>
            </a:lvl7pPr>
            <a:lvl8pPr lvl="7">
              <a:spcBef>
                <a:spcPts val="0"/>
              </a:spcBef>
              <a:spcAft>
                <a:spcPts val="0"/>
              </a:spcAft>
              <a:buNone/>
              <a:defRPr sz="3600">
                <a:solidFill>
                  <a:schemeClr val="lt2"/>
                </a:solidFill>
                <a:latin typeface="Jost"/>
                <a:ea typeface="Jost"/>
                <a:cs typeface="Jost"/>
                <a:sym typeface="Jost"/>
              </a:defRPr>
            </a:lvl8pPr>
            <a:lvl9pPr lvl="8">
              <a:spcBef>
                <a:spcPts val="0"/>
              </a:spcBef>
              <a:spcAft>
                <a:spcPts val="0"/>
              </a:spcAft>
              <a:buNone/>
              <a:defRPr sz="3600">
                <a:solidFill>
                  <a:schemeClr val="lt2"/>
                </a:solidFill>
                <a:latin typeface="Jost"/>
                <a:ea typeface="Jost"/>
                <a:cs typeface="Jost"/>
                <a:sym typeface="Jost"/>
              </a:defRPr>
            </a:lvl9pPr>
          </a:lstStyle>
          <a:p/>
        </p:txBody>
      </p:sp>
      <p:sp>
        <p:nvSpPr>
          <p:cNvPr id="316" name="Google Shape;316;p34"/>
          <p:cNvSpPr txBox="1"/>
          <p:nvPr>
            <p:ph idx="20" type="subTitle"/>
          </p:nvPr>
        </p:nvSpPr>
        <p:spPr>
          <a:xfrm>
            <a:off x="228600" y="1718663"/>
            <a:ext cx="3130200" cy="303900"/>
          </a:xfrm>
          <a:prstGeom prst="rect">
            <a:avLst/>
          </a:prstGeom>
        </p:spPr>
        <p:txBody>
          <a:bodyPr anchorCtr="0" anchor="ctr" bIns="0" lIns="0" spcFirstLastPara="1" rIns="0" wrap="square" tIns="0">
            <a:noAutofit/>
          </a:bodyPr>
          <a:lstStyle>
            <a:lvl1pPr lvl="0">
              <a:spcBef>
                <a:spcPts val="0"/>
              </a:spcBef>
              <a:spcAft>
                <a:spcPts val="0"/>
              </a:spcAft>
              <a:buNone/>
              <a:defRPr sz="1600"/>
            </a:lvl1pPr>
            <a:lvl2pPr lvl="1">
              <a:spcBef>
                <a:spcPts val="0"/>
              </a:spcBef>
              <a:spcAft>
                <a:spcPts val="0"/>
              </a:spcAft>
              <a:buNone/>
              <a:defRPr sz="1600"/>
            </a:lvl2pPr>
            <a:lvl3pPr lvl="2">
              <a:spcBef>
                <a:spcPts val="0"/>
              </a:spcBef>
              <a:spcAft>
                <a:spcPts val="0"/>
              </a:spcAft>
              <a:buNone/>
              <a:defRPr sz="1600"/>
            </a:lvl3pPr>
            <a:lvl4pPr lvl="3">
              <a:spcBef>
                <a:spcPts val="0"/>
              </a:spcBef>
              <a:spcAft>
                <a:spcPts val="0"/>
              </a:spcAft>
              <a:buNone/>
              <a:defRPr sz="1600"/>
            </a:lvl4pPr>
            <a:lvl5pPr lvl="4">
              <a:spcBef>
                <a:spcPts val="0"/>
              </a:spcBef>
              <a:spcAft>
                <a:spcPts val="0"/>
              </a:spcAft>
              <a:buNone/>
              <a:defRPr sz="1600"/>
            </a:lvl5pPr>
            <a:lvl6pPr lvl="5">
              <a:spcBef>
                <a:spcPts val="0"/>
              </a:spcBef>
              <a:spcAft>
                <a:spcPts val="0"/>
              </a:spcAft>
              <a:buNone/>
              <a:defRPr sz="1600"/>
            </a:lvl6pPr>
            <a:lvl7pPr lvl="6">
              <a:spcBef>
                <a:spcPts val="0"/>
              </a:spcBef>
              <a:spcAft>
                <a:spcPts val="0"/>
              </a:spcAft>
              <a:buNone/>
              <a:defRPr sz="1600"/>
            </a:lvl7pPr>
            <a:lvl8pPr lvl="7">
              <a:spcBef>
                <a:spcPts val="0"/>
              </a:spcBef>
              <a:spcAft>
                <a:spcPts val="0"/>
              </a:spcAft>
              <a:buNone/>
              <a:defRPr sz="1600"/>
            </a:lvl8pPr>
            <a:lvl9pPr lvl="8">
              <a:spcBef>
                <a:spcPts val="0"/>
              </a:spcBef>
              <a:spcAft>
                <a:spcPts val="0"/>
              </a:spcAft>
              <a:buNone/>
              <a:defRPr sz="1600"/>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meline - Alt 1">
  <p:cSld name="CUSTOM_8_1_1_1_1_1_1_1_1_1_1_1_1_1_1_1_1_1_1_1_1_1_1_1_1_1_1_1_1_1_1_1_1_1_1_1">
    <p:spTree>
      <p:nvGrpSpPr>
        <p:cNvPr id="317" name="Shape 317"/>
        <p:cNvGrpSpPr/>
        <p:nvPr/>
      </p:nvGrpSpPr>
      <p:grpSpPr>
        <a:xfrm>
          <a:off x="0" y="0"/>
          <a:ext cx="0" cy="0"/>
          <a:chOff x="0" y="0"/>
          <a:chExt cx="0" cy="0"/>
        </a:xfrm>
      </p:grpSpPr>
      <p:sp>
        <p:nvSpPr>
          <p:cNvPr id="318" name="Google Shape;318;p35"/>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319" name="Google Shape;319;p35"/>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320" name="Google Shape;320;p35"/>
          <p:cNvSpPr txBox="1"/>
          <p:nvPr>
            <p:ph idx="3" type="title"/>
          </p:nvPr>
        </p:nvSpPr>
        <p:spPr>
          <a:xfrm>
            <a:off x="228600" y="457200"/>
            <a:ext cx="41604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321" name="Google Shape;321;p35"/>
          <p:cNvSpPr txBox="1"/>
          <p:nvPr>
            <p:ph idx="1" type="subTitle"/>
          </p:nvPr>
        </p:nvSpPr>
        <p:spPr>
          <a:xfrm>
            <a:off x="228600" y="792994"/>
            <a:ext cx="3130200" cy="172200"/>
          </a:xfrm>
          <a:prstGeom prst="rect">
            <a:avLst/>
          </a:prstGeom>
        </p:spPr>
        <p:txBody>
          <a:bodyPr anchorCtr="0" anchor="t" bIns="0" lIns="0" spcFirstLastPara="1" rIns="0" wrap="square" tIns="0">
            <a:noAutofit/>
          </a:bodyPr>
          <a:lstStyle>
            <a:lvl1pPr lvl="0">
              <a:spcBef>
                <a:spcPts val="0"/>
              </a:spcBef>
              <a:spcAft>
                <a:spcPts val="0"/>
              </a:spcAft>
              <a:buNone/>
              <a:defRPr sz="1200">
                <a:latin typeface="Jost"/>
                <a:ea typeface="Jost"/>
                <a:cs typeface="Jost"/>
                <a:sym typeface="Jost"/>
              </a:defRPr>
            </a:lvl1pPr>
            <a:lvl2pPr lvl="1">
              <a:spcBef>
                <a:spcPts val="0"/>
              </a:spcBef>
              <a:spcAft>
                <a:spcPts val="0"/>
              </a:spcAft>
              <a:buNone/>
              <a:defRPr sz="1200">
                <a:latin typeface="Jost"/>
                <a:ea typeface="Jost"/>
                <a:cs typeface="Jost"/>
                <a:sym typeface="Jost"/>
              </a:defRPr>
            </a:lvl2pPr>
            <a:lvl3pPr lvl="2">
              <a:spcBef>
                <a:spcPts val="0"/>
              </a:spcBef>
              <a:spcAft>
                <a:spcPts val="0"/>
              </a:spcAft>
              <a:buNone/>
              <a:defRPr sz="1200">
                <a:latin typeface="Jost"/>
                <a:ea typeface="Jost"/>
                <a:cs typeface="Jost"/>
                <a:sym typeface="Jost"/>
              </a:defRPr>
            </a:lvl3pPr>
            <a:lvl4pPr lvl="3">
              <a:spcBef>
                <a:spcPts val="0"/>
              </a:spcBef>
              <a:spcAft>
                <a:spcPts val="0"/>
              </a:spcAft>
              <a:buNone/>
              <a:defRPr sz="1200">
                <a:latin typeface="Jost"/>
                <a:ea typeface="Jost"/>
                <a:cs typeface="Jost"/>
                <a:sym typeface="Jost"/>
              </a:defRPr>
            </a:lvl4pPr>
            <a:lvl5pPr lvl="4">
              <a:spcBef>
                <a:spcPts val="0"/>
              </a:spcBef>
              <a:spcAft>
                <a:spcPts val="0"/>
              </a:spcAft>
              <a:buNone/>
              <a:defRPr sz="1200">
                <a:latin typeface="Jost"/>
                <a:ea typeface="Jost"/>
                <a:cs typeface="Jost"/>
                <a:sym typeface="Jost"/>
              </a:defRPr>
            </a:lvl5pPr>
            <a:lvl6pPr lvl="5">
              <a:spcBef>
                <a:spcPts val="0"/>
              </a:spcBef>
              <a:spcAft>
                <a:spcPts val="0"/>
              </a:spcAft>
              <a:buNone/>
              <a:defRPr sz="1200">
                <a:latin typeface="Jost"/>
                <a:ea typeface="Jost"/>
                <a:cs typeface="Jost"/>
                <a:sym typeface="Jost"/>
              </a:defRPr>
            </a:lvl6pPr>
            <a:lvl7pPr lvl="6">
              <a:spcBef>
                <a:spcPts val="0"/>
              </a:spcBef>
              <a:spcAft>
                <a:spcPts val="0"/>
              </a:spcAft>
              <a:buNone/>
              <a:defRPr sz="1200">
                <a:latin typeface="Jost"/>
                <a:ea typeface="Jost"/>
                <a:cs typeface="Jost"/>
                <a:sym typeface="Jost"/>
              </a:defRPr>
            </a:lvl7pPr>
            <a:lvl8pPr lvl="7">
              <a:spcBef>
                <a:spcPts val="0"/>
              </a:spcBef>
              <a:spcAft>
                <a:spcPts val="0"/>
              </a:spcAft>
              <a:buNone/>
              <a:defRPr sz="1200">
                <a:latin typeface="Jost"/>
                <a:ea typeface="Jost"/>
                <a:cs typeface="Jost"/>
                <a:sym typeface="Jost"/>
              </a:defRPr>
            </a:lvl8pPr>
            <a:lvl9pPr lvl="8">
              <a:spcBef>
                <a:spcPts val="0"/>
              </a:spcBef>
              <a:spcAft>
                <a:spcPts val="0"/>
              </a:spcAft>
              <a:buNone/>
              <a:defRPr sz="1200">
                <a:latin typeface="Jost"/>
                <a:ea typeface="Jost"/>
                <a:cs typeface="Jost"/>
                <a:sym typeface="Jost"/>
              </a:defRPr>
            </a:lvl9pPr>
          </a:lstStyle>
          <a:p/>
        </p:txBody>
      </p:sp>
      <p:sp>
        <p:nvSpPr>
          <p:cNvPr id="322" name="Google Shape;322;p35"/>
          <p:cNvSpPr txBox="1"/>
          <p:nvPr>
            <p:ph idx="4" type="subTitle"/>
          </p:nvPr>
        </p:nvSpPr>
        <p:spPr>
          <a:xfrm>
            <a:off x="419070" y="2462250"/>
            <a:ext cx="1693800" cy="219000"/>
          </a:xfrm>
          <a:prstGeom prst="rect">
            <a:avLst/>
          </a:prstGeom>
        </p:spPr>
        <p:txBody>
          <a:bodyPr anchorCtr="0" anchor="t" bIns="0" lIns="0" spcFirstLastPara="1" rIns="0" wrap="square" tIns="0">
            <a:noAutofit/>
          </a:bodyPr>
          <a:lstStyle>
            <a:lvl1pPr lvl="0">
              <a:spcBef>
                <a:spcPts val="0"/>
              </a:spcBef>
              <a:spcAft>
                <a:spcPts val="0"/>
              </a:spcAft>
              <a:buNone/>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323" name="Google Shape;323;p35"/>
          <p:cNvSpPr txBox="1"/>
          <p:nvPr>
            <p:ph idx="5" type="subTitle"/>
          </p:nvPr>
        </p:nvSpPr>
        <p:spPr>
          <a:xfrm>
            <a:off x="419075" y="2708625"/>
            <a:ext cx="1550700" cy="126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3"/>
                </a:solidFill>
                <a:latin typeface="Jost"/>
                <a:ea typeface="Jost"/>
                <a:cs typeface="Jost"/>
                <a:sym typeface="Jost"/>
              </a:defRPr>
            </a:lvl1pPr>
            <a:lvl2pPr lvl="1">
              <a:spcBef>
                <a:spcPts val="0"/>
              </a:spcBef>
              <a:spcAft>
                <a:spcPts val="0"/>
              </a:spcAft>
              <a:buNone/>
              <a:defRPr sz="900">
                <a:solidFill>
                  <a:schemeClr val="accent3"/>
                </a:solidFill>
                <a:latin typeface="Jost"/>
                <a:ea typeface="Jost"/>
                <a:cs typeface="Jost"/>
                <a:sym typeface="Jost"/>
              </a:defRPr>
            </a:lvl2pPr>
            <a:lvl3pPr lvl="2">
              <a:spcBef>
                <a:spcPts val="0"/>
              </a:spcBef>
              <a:spcAft>
                <a:spcPts val="0"/>
              </a:spcAft>
              <a:buNone/>
              <a:defRPr sz="900">
                <a:solidFill>
                  <a:schemeClr val="accent3"/>
                </a:solidFill>
                <a:latin typeface="Jost"/>
                <a:ea typeface="Jost"/>
                <a:cs typeface="Jost"/>
                <a:sym typeface="Jost"/>
              </a:defRPr>
            </a:lvl3pPr>
            <a:lvl4pPr lvl="3">
              <a:spcBef>
                <a:spcPts val="0"/>
              </a:spcBef>
              <a:spcAft>
                <a:spcPts val="0"/>
              </a:spcAft>
              <a:buNone/>
              <a:defRPr sz="900">
                <a:solidFill>
                  <a:schemeClr val="accent3"/>
                </a:solidFill>
                <a:latin typeface="Jost"/>
                <a:ea typeface="Jost"/>
                <a:cs typeface="Jost"/>
                <a:sym typeface="Jost"/>
              </a:defRPr>
            </a:lvl4pPr>
            <a:lvl5pPr lvl="4">
              <a:spcBef>
                <a:spcPts val="0"/>
              </a:spcBef>
              <a:spcAft>
                <a:spcPts val="0"/>
              </a:spcAft>
              <a:buNone/>
              <a:defRPr sz="900">
                <a:solidFill>
                  <a:schemeClr val="accent3"/>
                </a:solidFill>
                <a:latin typeface="Jost"/>
                <a:ea typeface="Jost"/>
                <a:cs typeface="Jost"/>
                <a:sym typeface="Jost"/>
              </a:defRPr>
            </a:lvl5pPr>
            <a:lvl6pPr lvl="5">
              <a:spcBef>
                <a:spcPts val="0"/>
              </a:spcBef>
              <a:spcAft>
                <a:spcPts val="0"/>
              </a:spcAft>
              <a:buNone/>
              <a:defRPr sz="900">
                <a:solidFill>
                  <a:schemeClr val="accent3"/>
                </a:solidFill>
                <a:latin typeface="Jost"/>
                <a:ea typeface="Jost"/>
                <a:cs typeface="Jost"/>
                <a:sym typeface="Jost"/>
              </a:defRPr>
            </a:lvl6pPr>
            <a:lvl7pPr lvl="6">
              <a:spcBef>
                <a:spcPts val="0"/>
              </a:spcBef>
              <a:spcAft>
                <a:spcPts val="0"/>
              </a:spcAft>
              <a:buNone/>
              <a:defRPr sz="900">
                <a:solidFill>
                  <a:schemeClr val="accent3"/>
                </a:solidFill>
                <a:latin typeface="Jost"/>
                <a:ea typeface="Jost"/>
                <a:cs typeface="Jost"/>
                <a:sym typeface="Jost"/>
              </a:defRPr>
            </a:lvl7pPr>
            <a:lvl8pPr lvl="7">
              <a:spcBef>
                <a:spcPts val="0"/>
              </a:spcBef>
              <a:spcAft>
                <a:spcPts val="0"/>
              </a:spcAft>
              <a:buNone/>
              <a:defRPr sz="900">
                <a:solidFill>
                  <a:schemeClr val="accent3"/>
                </a:solidFill>
                <a:latin typeface="Jost"/>
                <a:ea typeface="Jost"/>
                <a:cs typeface="Jost"/>
                <a:sym typeface="Jost"/>
              </a:defRPr>
            </a:lvl8pPr>
            <a:lvl9pPr lvl="8">
              <a:spcBef>
                <a:spcPts val="0"/>
              </a:spcBef>
              <a:spcAft>
                <a:spcPts val="0"/>
              </a:spcAft>
              <a:buNone/>
              <a:defRPr sz="900">
                <a:solidFill>
                  <a:schemeClr val="accent3"/>
                </a:solidFill>
                <a:latin typeface="Jost"/>
                <a:ea typeface="Jost"/>
                <a:cs typeface="Jost"/>
                <a:sym typeface="Jost"/>
              </a:defRPr>
            </a:lvl9pPr>
          </a:lstStyle>
          <a:p/>
        </p:txBody>
      </p:sp>
      <p:sp>
        <p:nvSpPr>
          <p:cNvPr id="324" name="Google Shape;324;p35"/>
          <p:cNvSpPr txBox="1"/>
          <p:nvPr>
            <p:ph idx="6" type="subTitle"/>
          </p:nvPr>
        </p:nvSpPr>
        <p:spPr>
          <a:xfrm>
            <a:off x="419076" y="4077075"/>
            <a:ext cx="1693800" cy="219000"/>
          </a:xfrm>
          <a:prstGeom prst="rect">
            <a:avLst/>
          </a:prstGeom>
        </p:spPr>
        <p:txBody>
          <a:bodyPr anchorCtr="0" anchor="b" bIns="0" lIns="0" spcFirstLastPara="1" rIns="0" wrap="square" tIns="0">
            <a:noAutofit/>
          </a:bodyPr>
          <a:lstStyle>
            <a:lvl1pPr lvl="0">
              <a:spcBef>
                <a:spcPts val="0"/>
              </a:spcBef>
              <a:spcAft>
                <a:spcPts val="0"/>
              </a:spcAft>
              <a:buNone/>
              <a:defRPr sz="1200">
                <a:latin typeface="Jost"/>
                <a:ea typeface="Jost"/>
                <a:cs typeface="Jost"/>
                <a:sym typeface="Jost"/>
              </a:defRPr>
            </a:lvl1pPr>
            <a:lvl2pPr lvl="1">
              <a:spcBef>
                <a:spcPts val="0"/>
              </a:spcBef>
              <a:spcAft>
                <a:spcPts val="0"/>
              </a:spcAft>
              <a:buNone/>
              <a:defRPr sz="1200">
                <a:latin typeface="Jost"/>
                <a:ea typeface="Jost"/>
                <a:cs typeface="Jost"/>
                <a:sym typeface="Jost"/>
              </a:defRPr>
            </a:lvl2pPr>
            <a:lvl3pPr lvl="2">
              <a:spcBef>
                <a:spcPts val="0"/>
              </a:spcBef>
              <a:spcAft>
                <a:spcPts val="0"/>
              </a:spcAft>
              <a:buNone/>
              <a:defRPr sz="1200">
                <a:latin typeface="Jost"/>
                <a:ea typeface="Jost"/>
                <a:cs typeface="Jost"/>
                <a:sym typeface="Jost"/>
              </a:defRPr>
            </a:lvl3pPr>
            <a:lvl4pPr lvl="3">
              <a:spcBef>
                <a:spcPts val="0"/>
              </a:spcBef>
              <a:spcAft>
                <a:spcPts val="0"/>
              </a:spcAft>
              <a:buNone/>
              <a:defRPr sz="1200">
                <a:latin typeface="Jost"/>
                <a:ea typeface="Jost"/>
                <a:cs typeface="Jost"/>
                <a:sym typeface="Jost"/>
              </a:defRPr>
            </a:lvl4pPr>
            <a:lvl5pPr lvl="4">
              <a:spcBef>
                <a:spcPts val="0"/>
              </a:spcBef>
              <a:spcAft>
                <a:spcPts val="0"/>
              </a:spcAft>
              <a:buNone/>
              <a:defRPr sz="1200">
                <a:latin typeface="Jost"/>
                <a:ea typeface="Jost"/>
                <a:cs typeface="Jost"/>
                <a:sym typeface="Jost"/>
              </a:defRPr>
            </a:lvl5pPr>
            <a:lvl6pPr lvl="5">
              <a:spcBef>
                <a:spcPts val="0"/>
              </a:spcBef>
              <a:spcAft>
                <a:spcPts val="0"/>
              </a:spcAft>
              <a:buNone/>
              <a:defRPr sz="1200">
                <a:latin typeface="Jost"/>
                <a:ea typeface="Jost"/>
                <a:cs typeface="Jost"/>
                <a:sym typeface="Jost"/>
              </a:defRPr>
            </a:lvl6pPr>
            <a:lvl7pPr lvl="6">
              <a:spcBef>
                <a:spcPts val="0"/>
              </a:spcBef>
              <a:spcAft>
                <a:spcPts val="0"/>
              </a:spcAft>
              <a:buNone/>
              <a:defRPr sz="1200">
                <a:latin typeface="Jost"/>
                <a:ea typeface="Jost"/>
                <a:cs typeface="Jost"/>
                <a:sym typeface="Jost"/>
              </a:defRPr>
            </a:lvl7pPr>
            <a:lvl8pPr lvl="7">
              <a:spcBef>
                <a:spcPts val="0"/>
              </a:spcBef>
              <a:spcAft>
                <a:spcPts val="0"/>
              </a:spcAft>
              <a:buNone/>
              <a:defRPr sz="1200">
                <a:latin typeface="Jost"/>
                <a:ea typeface="Jost"/>
                <a:cs typeface="Jost"/>
                <a:sym typeface="Jost"/>
              </a:defRPr>
            </a:lvl8pPr>
            <a:lvl9pPr lvl="8">
              <a:spcBef>
                <a:spcPts val="0"/>
              </a:spcBef>
              <a:spcAft>
                <a:spcPts val="0"/>
              </a:spcAft>
              <a:buNone/>
              <a:defRPr sz="1200">
                <a:latin typeface="Jost"/>
                <a:ea typeface="Jost"/>
                <a:cs typeface="Jost"/>
                <a:sym typeface="Jost"/>
              </a:defRPr>
            </a:lvl9pPr>
          </a:lstStyle>
          <a:p/>
        </p:txBody>
      </p:sp>
      <p:sp>
        <p:nvSpPr>
          <p:cNvPr id="325" name="Google Shape;325;p35"/>
          <p:cNvSpPr txBox="1"/>
          <p:nvPr>
            <p:ph idx="7" type="subTitle"/>
          </p:nvPr>
        </p:nvSpPr>
        <p:spPr>
          <a:xfrm>
            <a:off x="2624407" y="2462250"/>
            <a:ext cx="1693800" cy="219000"/>
          </a:xfrm>
          <a:prstGeom prst="rect">
            <a:avLst/>
          </a:prstGeom>
        </p:spPr>
        <p:txBody>
          <a:bodyPr anchorCtr="0" anchor="t" bIns="0" lIns="0" spcFirstLastPara="1" rIns="0" wrap="square" tIns="0">
            <a:noAutofit/>
          </a:bodyPr>
          <a:lstStyle>
            <a:lvl1pPr lvl="0">
              <a:spcBef>
                <a:spcPts val="0"/>
              </a:spcBef>
              <a:spcAft>
                <a:spcPts val="0"/>
              </a:spcAft>
              <a:buNone/>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326" name="Google Shape;326;p35"/>
          <p:cNvSpPr txBox="1"/>
          <p:nvPr>
            <p:ph idx="8" type="subTitle"/>
          </p:nvPr>
        </p:nvSpPr>
        <p:spPr>
          <a:xfrm>
            <a:off x="2624413" y="2708625"/>
            <a:ext cx="1550700" cy="126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3"/>
                </a:solidFill>
                <a:latin typeface="Jost"/>
                <a:ea typeface="Jost"/>
                <a:cs typeface="Jost"/>
                <a:sym typeface="Jost"/>
              </a:defRPr>
            </a:lvl1pPr>
            <a:lvl2pPr lvl="1">
              <a:spcBef>
                <a:spcPts val="0"/>
              </a:spcBef>
              <a:spcAft>
                <a:spcPts val="0"/>
              </a:spcAft>
              <a:buNone/>
              <a:defRPr sz="900">
                <a:solidFill>
                  <a:schemeClr val="accent3"/>
                </a:solidFill>
                <a:latin typeface="Jost"/>
                <a:ea typeface="Jost"/>
                <a:cs typeface="Jost"/>
                <a:sym typeface="Jost"/>
              </a:defRPr>
            </a:lvl2pPr>
            <a:lvl3pPr lvl="2">
              <a:spcBef>
                <a:spcPts val="0"/>
              </a:spcBef>
              <a:spcAft>
                <a:spcPts val="0"/>
              </a:spcAft>
              <a:buNone/>
              <a:defRPr sz="900">
                <a:solidFill>
                  <a:schemeClr val="accent3"/>
                </a:solidFill>
                <a:latin typeface="Jost"/>
                <a:ea typeface="Jost"/>
                <a:cs typeface="Jost"/>
                <a:sym typeface="Jost"/>
              </a:defRPr>
            </a:lvl3pPr>
            <a:lvl4pPr lvl="3">
              <a:spcBef>
                <a:spcPts val="0"/>
              </a:spcBef>
              <a:spcAft>
                <a:spcPts val="0"/>
              </a:spcAft>
              <a:buNone/>
              <a:defRPr sz="900">
                <a:solidFill>
                  <a:schemeClr val="accent3"/>
                </a:solidFill>
                <a:latin typeface="Jost"/>
                <a:ea typeface="Jost"/>
                <a:cs typeface="Jost"/>
                <a:sym typeface="Jost"/>
              </a:defRPr>
            </a:lvl4pPr>
            <a:lvl5pPr lvl="4">
              <a:spcBef>
                <a:spcPts val="0"/>
              </a:spcBef>
              <a:spcAft>
                <a:spcPts val="0"/>
              </a:spcAft>
              <a:buNone/>
              <a:defRPr sz="900">
                <a:solidFill>
                  <a:schemeClr val="accent3"/>
                </a:solidFill>
                <a:latin typeface="Jost"/>
                <a:ea typeface="Jost"/>
                <a:cs typeface="Jost"/>
                <a:sym typeface="Jost"/>
              </a:defRPr>
            </a:lvl5pPr>
            <a:lvl6pPr lvl="5">
              <a:spcBef>
                <a:spcPts val="0"/>
              </a:spcBef>
              <a:spcAft>
                <a:spcPts val="0"/>
              </a:spcAft>
              <a:buNone/>
              <a:defRPr sz="900">
                <a:solidFill>
                  <a:schemeClr val="accent3"/>
                </a:solidFill>
                <a:latin typeface="Jost"/>
                <a:ea typeface="Jost"/>
                <a:cs typeface="Jost"/>
                <a:sym typeface="Jost"/>
              </a:defRPr>
            </a:lvl6pPr>
            <a:lvl7pPr lvl="6">
              <a:spcBef>
                <a:spcPts val="0"/>
              </a:spcBef>
              <a:spcAft>
                <a:spcPts val="0"/>
              </a:spcAft>
              <a:buNone/>
              <a:defRPr sz="900">
                <a:solidFill>
                  <a:schemeClr val="accent3"/>
                </a:solidFill>
                <a:latin typeface="Jost"/>
                <a:ea typeface="Jost"/>
                <a:cs typeface="Jost"/>
                <a:sym typeface="Jost"/>
              </a:defRPr>
            </a:lvl7pPr>
            <a:lvl8pPr lvl="7">
              <a:spcBef>
                <a:spcPts val="0"/>
              </a:spcBef>
              <a:spcAft>
                <a:spcPts val="0"/>
              </a:spcAft>
              <a:buNone/>
              <a:defRPr sz="900">
                <a:solidFill>
                  <a:schemeClr val="accent3"/>
                </a:solidFill>
                <a:latin typeface="Jost"/>
                <a:ea typeface="Jost"/>
                <a:cs typeface="Jost"/>
                <a:sym typeface="Jost"/>
              </a:defRPr>
            </a:lvl8pPr>
            <a:lvl9pPr lvl="8">
              <a:spcBef>
                <a:spcPts val="0"/>
              </a:spcBef>
              <a:spcAft>
                <a:spcPts val="0"/>
              </a:spcAft>
              <a:buNone/>
              <a:defRPr sz="900">
                <a:solidFill>
                  <a:schemeClr val="accent3"/>
                </a:solidFill>
                <a:latin typeface="Jost"/>
                <a:ea typeface="Jost"/>
                <a:cs typeface="Jost"/>
                <a:sym typeface="Jost"/>
              </a:defRPr>
            </a:lvl9pPr>
          </a:lstStyle>
          <a:p/>
        </p:txBody>
      </p:sp>
      <p:sp>
        <p:nvSpPr>
          <p:cNvPr id="327" name="Google Shape;327;p35"/>
          <p:cNvSpPr txBox="1"/>
          <p:nvPr>
            <p:ph idx="9" type="subTitle"/>
          </p:nvPr>
        </p:nvSpPr>
        <p:spPr>
          <a:xfrm>
            <a:off x="2624413" y="4077075"/>
            <a:ext cx="1693800" cy="219000"/>
          </a:xfrm>
          <a:prstGeom prst="rect">
            <a:avLst/>
          </a:prstGeom>
        </p:spPr>
        <p:txBody>
          <a:bodyPr anchorCtr="0" anchor="b" bIns="0" lIns="0" spcFirstLastPara="1" rIns="0" wrap="square" tIns="0">
            <a:noAutofit/>
          </a:bodyPr>
          <a:lstStyle>
            <a:lvl1pPr lvl="0">
              <a:spcBef>
                <a:spcPts val="0"/>
              </a:spcBef>
              <a:spcAft>
                <a:spcPts val="0"/>
              </a:spcAft>
              <a:buNone/>
              <a:defRPr sz="1200">
                <a:latin typeface="Jost"/>
                <a:ea typeface="Jost"/>
                <a:cs typeface="Jost"/>
                <a:sym typeface="Jost"/>
              </a:defRPr>
            </a:lvl1pPr>
            <a:lvl2pPr lvl="1">
              <a:spcBef>
                <a:spcPts val="0"/>
              </a:spcBef>
              <a:spcAft>
                <a:spcPts val="0"/>
              </a:spcAft>
              <a:buNone/>
              <a:defRPr sz="1200">
                <a:latin typeface="Jost"/>
                <a:ea typeface="Jost"/>
                <a:cs typeface="Jost"/>
                <a:sym typeface="Jost"/>
              </a:defRPr>
            </a:lvl2pPr>
            <a:lvl3pPr lvl="2">
              <a:spcBef>
                <a:spcPts val="0"/>
              </a:spcBef>
              <a:spcAft>
                <a:spcPts val="0"/>
              </a:spcAft>
              <a:buNone/>
              <a:defRPr sz="1200">
                <a:latin typeface="Jost"/>
                <a:ea typeface="Jost"/>
                <a:cs typeface="Jost"/>
                <a:sym typeface="Jost"/>
              </a:defRPr>
            </a:lvl3pPr>
            <a:lvl4pPr lvl="3">
              <a:spcBef>
                <a:spcPts val="0"/>
              </a:spcBef>
              <a:spcAft>
                <a:spcPts val="0"/>
              </a:spcAft>
              <a:buNone/>
              <a:defRPr sz="1200">
                <a:latin typeface="Jost"/>
                <a:ea typeface="Jost"/>
                <a:cs typeface="Jost"/>
                <a:sym typeface="Jost"/>
              </a:defRPr>
            </a:lvl4pPr>
            <a:lvl5pPr lvl="4">
              <a:spcBef>
                <a:spcPts val="0"/>
              </a:spcBef>
              <a:spcAft>
                <a:spcPts val="0"/>
              </a:spcAft>
              <a:buNone/>
              <a:defRPr sz="1200">
                <a:latin typeface="Jost"/>
                <a:ea typeface="Jost"/>
                <a:cs typeface="Jost"/>
                <a:sym typeface="Jost"/>
              </a:defRPr>
            </a:lvl5pPr>
            <a:lvl6pPr lvl="5">
              <a:spcBef>
                <a:spcPts val="0"/>
              </a:spcBef>
              <a:spcAft>
                <a:spcPts val="0"/>
              </a:spcAft>
              <a:buNone/>
              <a:defRPr sz="1200">
                <a:latin typeface="Jost"/>
                <a:ea typeface="Jost"/>
                <a:cs typeface="Jost"/>
                <a:sym typeface="Jost"/>
              </a:defRPr>
            </a:lvl6pPr>
            <a:lvl7pPr lvl="6">
              <a:spcBef>
                <a:spcPts val="0"/>
              </a:spcBef>
              <a:spcAft>
                <a:spcPts val="0"/>
              </a:spcAft>
              <a:buNone/>
              <a:defRPr sz="1200">
                <a:latin typeface="Jost"/>
                <a:ea typeface="Jost"/>
                <a:cs typeface="Jost"/>
                <a:sym typeface="Jost"/>
              </a:defRPr>
            </a:lvl7pPr>
            <a:lvl8pPr lvl="7">
              <a:spcBef>
                <a:spcPts val="0"/>
              </a:spcBef>
              <a:spcAft>
                <a:spcPts val="0"/>
              </a:spcAft>
              <a:buNone/>
              <a:defRPr sz="1200">
                <a:latin typeface="Jost"/>
                <a:ea typeface="Jost"/>
                <a:cs typeface="Jost"/>
                <a:sym typeface="Jost"/>
              </a:defRPr>
            </a:lvl8pPr>
            <a:lvl9pPr lvl="8">
              <a:spcBef>
                <a:spcPts val="0"/>
              </a:spcBef>
              <a:spcAft>
                <a:spcPts val="0"/>
              </a:spcAft>
              <a:buNone/>
              <a:defRPr sz="1200">
                <a:latin typeface="Jost"/>
                <a:ea typeface="Jost"/>
                <a:cs typeface="Jost"/>
                <a:sym typeface="Jost"/>
              </a:defRPr>
            </a:lvl9pPr>
          </a:lstStyle>
          <a:p/>
        </p:txBody>
      </p:sp>
      <p:sp>
        <p:nvSpPr>
          <p:cNvPr id="328" name="Google Shape;328;p35"/>
          <p:cNvSpPr txBox="1"/>
          <p:nvPr>
            <p:ph idx="13" type="subTitle"/>
          </p:nvPr>
        </p:nvSpPr>
        <p:spPr>
          <a:xfrm>
            <a:off x="4815495" y="2462250"/>
            <a:ext cx="1693800" cy="219000"/>
          </a:xfrm>
          <a:prstGeom prst="rect">
            <a:avLst/>
          </a:prstGeom>
        </p:spPr>
        <p:txBody>
          <a:bodyPr anchorCtr="0" anchor="t" bIns="0" lIns="0" spcFirstLastPara="1" rIns="0" wrap="square" tIns="0">
            <a:noAutofit/>
          </a:bodyPr>
          <a:lstStyle>
            <a:lvl1pPr lvl="0">
              <a:spcBef>
                <a:spcPts val="0"/>
              </a:spcBef>
              <a:spcAft>
                <a:spcPts val="0"/>
              </a:spcAft>
              <a:buNone/>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329" name="Google Shape;329;p35"/>
          <p:cNvSpPr txBox="1"/>
          <p:nvPr>
            <p:ph idx="14" type="subTitle"/>
          </p:nvPr>
        </p:nvSpPr>
        <p:spPr>
          <a:xfrm>
            <a:off x="4815500" y="2708625"/>
            <a:ext cx="1550700" cy="126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3"/>
                </a:solidFill>
                <a:latin typeface="Jost"/>
                <a:ea typeface="Jost"/>
                <a:cs typeface="Jost"/>
                <a:sym typeface="Jost"/>
              </a:defRPr>
            </a:lvl1pPr>
            <a:lvl2pPr lvl="1">
              <a:spcBef>
                <a:spcPts val="0"/>
              </a:spcBef>
              <a:spcAft>
                <a:spcPts val="0"/>
              </a:spcAft>
              <a:buNone/>
              <a:defRPr sz="900">
                <a:solidFill>
                  <a:schemeClr val="accent3"/>
                </a:solidFill>
                <a:latin typeface="Jost"/>
                <a:ea typeface="Jost"/>
                <a:cs typeface="Jost"/>
                <a:sym typeface="Jost"/>
              </a:defRPr>
            </a:lvl2pPr>
            <a:lvl3pPr lvl="2">
              <a:spcBef>
                <a:spcPts val="0"/>
              </a:spcBef>
              <a:spcAft>
                <a:spcPts val="0"/>
              </a:spcAft>
              <a:buNone/>
              <a:defRPr sz="900">
                <a:solidFill>
                  <a:schemeClr val="accent3"/>
                </a:solidFill>
                <a:latin typeface="Jost"/>
                <a:ea typeface="Jost"/>
                <a:cs typeface="Jost"/>
                <a:sym typeface="Jost"/>
              </a:defRPr>
            </a:lvl3pPr>
            <a:lvl4pPr lvl="3">
              <a:spcBef>
                <a:spcPts val="0"/>
              </a:spcBef>
              <a:spcAft>
                <a:spcPts val="0"/>
              </a:spcAft>
              <a:buNone/>
              <a:defRPr sz="900">
                <a:solidFill>
                  <a:schemeClr val="accent3"/>
                </a:solidFill>
                <a:latin typeface="Jost"/>
                <a:ea typeface="Jost"/>
                <a:cs typeface="Jost"/>
                <a:sym typeface="Jost"/>
              </a:defRPr>
            </a:lvl4pPr>
            <a:lvl5pPr lvl="4">
              <a:spcBef>
                <a:spcPts val="0"/>
              </a:spcBef>
              <a:spcAft>
                <a:spcPts val="0"/>
              </a:spcAft>
              <a:buNone/>
              <a:defRPr sz="900">
                <a:solidFill>
                  <a:schemeClr val="accent3"/>
                </a:solidFill>
                <a:latin typeface="Jost"/>
                <a:ea typeface="Jost"/>
                <a:cs typeface="Jost"/>
                <a:sym typeface="Jost"/>
              </a:defRPr>
            </a:lvl5pPr>
            <a:lvl6pPr lvl="5">
              <a:spcBef>
                <a:spcPts val="0"/>
              </a:spcBef>
              <a:spcAft>
                <a:spcPts val="0"/>
              </a:spcAft>
              <a:buNone/>
              <a:defRPr sz="900">
                <a:solidFill>
                  <a:schemeClr val="accent3"/>
                </a:solidFill>
                <a:latin typeface="Jost"/>
                <a:ea typeface="Jost"/>
                <a:cs typeface="Jost"/>
                <a:sym typeface="Jost"/>
              </a:defRPr>
            </a:lvl6pPr>
            <a:lvl7pPr lvl="6">
              <a:spcBef>
                <a:spcPts val="0"/>
              </a:spcBef>
              <a:spcAft>
                <a:spcPts val="0"/>
              </a:spcAft>
              <a:buNone/>
              <a:defRPr sz="900">
                <a:solidFill>
                  <a:schemeClr val="accent3"/>
                </a:solidFill>
                <a:latin typeface="Jost"/>
                <a:ea typeface="Jost"/>
                <a:cs typeface="Jost"/>
                <a:sym typeface="Jost"/>
              </a:defRPr>
            </a:lvl7pPr>
            <a:lvl8pPr lvl="7">
              <a:spcBef>
                <a:spcPts val="0"/>
              </a:spcBef>
              <a:spcAft>
                <a:spcPts val="0"/>
              </a:spcAft>
              <a:buNone/>
              <a:defRPr sz="900">
                <a:solidFill>
                  <a:schemeClr val="accent3"/>
                </a:solidFill>
                <a:latin typeface="Jost"/>
                <a:ea typeface="Jost"/>
                <a:cs typeface="Jost"/>
                <a:sym typeface="Jost"/>
              </a:defRPr>
            </a:lvl8pPr>
            <a:lvl9pPr lvl="8">
              <a:spcBef>
                <a:spcPts val="0"/>
              </a:spcBef>
              <a:spcAft>
                <a:spcPts val="0"/>
              </a:spcAft>
              <a:buNone/>
              <a:defRPr sz="900">
                <a:solidFill>
                  <a:schemeClr val="accent3"/>
                </a:solidFill>
                <a:latin typeface="Jost"/>
                <a:ea typeface="Jost"/>
                <a:cs typeface="Jost"/>
                <a:sym typeface="Jost"/>
              </a:defRPr>
            </a:lvl9pPr>
          </a:lstStyle>
          <a:p/>
        </p:txBody>
      </p:sp>
      <p:sp>
        <p:nvSpPr>
          <p:cNvPr id="330" name="Google Shape;330;p35"/>
          <p:cNvSpPr txBox="1"/>
          <p:nvPr>
            <p:ph idx="15" type="subTitle"/>
          </p:nvPr>
        </p:nvSpPr>
        <p:spPr>
          <a:xfrm>
            <a:off x="4815501" y="4077075"/>
            <a:ext cx="1693800" cy="219000"/>
          </a:xfrm>
          <a:prstGeom prst="rect">
            <a:avLst/>
          </a:prstGeom>
        </p:spPr>
        <p:txBody>
          <a:bodyPr anchorCtr="0" anchor="b" bIns="0" lIns="0" spcFirstLastPara="1" rIns="0" wrap="square" tIns="0">
            <a:noAutofit/>
          </a:bodyPr>
          <a:lstStyle>
            <a:lvl1pPr lvl="0">
              <a:spcBef>
                <a:spcPts val="0"/>
              </a:spcBef>
              <a:spcAft>
                <a:spcPts val="0"/>
              </a:spcAft>
              <a:buNone/>
              <a:defRPr sz="1200">
                <a:latin typeface="Jost"/>
                <a:ea typeface="Jost"/>
                <a:cs typeface="Jost"/>
                <a:sym typeface="Jost"/>
              </a:defRPr>
            </a:lvl1pPr>
            <a:lvl2pPr lvl="1">
              <a:spcBef>
                <a:spcPts val="0"/>
              </a:spcBef>
              <a:spcAft>
                <a:spcPts val="0"/>
              </a:spcAft>
              <a:buNone/>
              <a:defRPr sz="1200">
                <a:latin typeface="Jost"/>
                <a:ea typeface="Jost"/>
                <a:cs typeface="Jost"/>
                <a:sym typeface="Jost"/>
              </a:defRPr>
            </a:lvl2pPr>
            <a:lvl3pPr lvl="2">
              <a:spcBef>
                <a:spcPts val="0"/>
              </a:spcBef>
              <a:spcAft>
                <a:spcPts val="0"/>
              </a:spcAft>
              <a:buNone/>
              <a:defRPr sz="1200">
                <a:latin typeface="Jost"/>
                <a:ea typeface="Jost"/>
                <a:cs typeface="Jost"/>
                <a:sym typeface="Jost"/>
              </a:defRPr>
            </a:lvl3pPr>
            <a:lvl4pPr lvl="3">
              <a:spcBef>
                <a:spcPts val="0"/>
              </a:spcBef>
              <a:spcAft>
                <a:spcPts val="0"/>
              </a:spcAft>
              <a:buNone/>
              <a:defRPr sz="1200">
                <a:latin typeface="Jost"/>
                <a:ea typeface="Jost"/>
                <a:cs typeface="Jost"/>
                <a:sym typeface="Jost"/>
              </a:defRPr>
            </a:lvl4pPr>
            <a:lvl5pPr lvl="4">
              <a:spcBef>
                <a:spcPts val="0"/>
              </a:spcBef>
              <a:spcAft>
                <a:spcPts val="0"/>
              </a:spcAft>
              <a:buNone/>
              <a:defRPr sz="1200">
                <a:latin typeface="Jost"/>
                <a:ea typeface="Jost"/>
                <a:cs typeface="Jost"/>
                <a:sym typeface="Jost"/>
              </a:defRPr>
            </a:lvl5pPr>
            <a:lvl6pPr lvl="5">
              <a:spcBef>
                <a:spcPts val="0"/>
              </a:spcBef>
              <a:spcAft>
                <a:spcPts val="0"/>
              </a:spcAft>
              <a:buNone/>
              <a:defRPr sz="1200">
                <a:latin typeface="Jost"/>
                <a:ea typeface="Jost"/>
                <a:cs typeface="Jost"/>
                <a:sym typeface="Jost"/>
              </a:defRPr>
            </a:lvl6pPr>
            <a:lvl7pPr lvl="6">
              <a:spcBef>
                <a:spcPts val="0"/>
              </a:spcBef>
              <a:spcAft>
                <a:spcPts val="0"/>
              </a:spcAft>
              <a:buNone/>
              <a:defRPr sz="1200">
                <a:latin typeface="Jost"/>
                <a:ea typeface="Jost"/>
                <a:cs typeface="Jost"/>
                <a:sym typeface="Jost"/>
              </a:defRPr>
            </a:lvl7pPr>
            <a:lvl8pPr lvl="7">
              <a:spcBef>
                <a:spcPts val="0"/>
              </a:spcBef>
              <a:spcAft>
                <a:spcPts val="0"/>
              </a:spcAft>
              <a:buNone/>
              <a:defRPr sz="1200">
                <a:latin typeface="Jost"/>
                <a:ea typeface="Jost"/>
                <a:cs typeface="Jost"/>
                <a:sym typeface="Jost"/>
              </a:defRPr>
            </a:lvl8pPr>
            <a:lvl9pPr lvl="8">
              <a:spcBef>
                <a:spcPts val="0"/>
              </a:spcBef>
              <a:spcAft>
                <a:spcPts val="0"/>
              </a:spcAft>
              <a:buNone/>
              <a:defRPr sz="1200">
                <a:latin typeface="Jost"/>
                <a:ea typeface="Jost"/>
                <a:cs typeface="Jost"/>
                <a:sym typeface="Jost"/>
              </a:defRPr>
            </a:lvl9pPr>
          </a:lstStyle>
          <a:p/>
        </p:txBody>
      </p:sp>
      <p:sp>
        <p:nvSpPr>
          <p:cNvPr id="331" name="Google Shape;331;p35"/>
          <p:cNvSpPr txBox="1"/>
          <p:nvPr>
            <p:ph idx="16" type="subTitle"/>
          </p:nvPr>
        </p:nvSpPr>
        <p:spPr>
          <a:xfrm>
            <a:off x="7006607" y="2462250"/>
            <a:ext cx="1693800" cy="219000"/>
          </a:xfrm>
          <a:prstGeom prst="rect">
            <a:avLst/>
          </a:prstGeom>
        </p:spPr>
        <p:txBody>
          <a:bodyPr anchorCtr="0" anchor="t" bIns="0" lIns="0" spcFirstLastPara="1" rIns="0" wrap="square" tIns="0">
            <a:noAutofit/>
          </a:bodyPr>
          <a:lstStyle>
            <a:lvl1pPr lvl="0">
              <a:spcBef>
                <a:spcPts val="0"/>
              </a:spcBef>
              <a:spcAft>
                <a:spcPts val="0"/>
              </a:spcAft>
              <a:buNone/>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332" name="Google Shape;332;p35"/>
          <p:cNvSpPr txBox="1"/>
          <p:nvPr>
            <p:ph idx="17" type="subTitle"/>
          </p:nvPr>
        </p:nvSpPr>
        <p:spPr>
          <a:xfrm>
            <a:off x="7006613" y="2708625"/>
            <a:ext cx="1550700" cy="126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3"/>
                </a:solidFill>
                <a:latin typeface="Jost"/>
                <a:ea typeface="Jost"/>
                <a:cs typeface="Jost"/>
                <a:sym typeface="Jost"/>
              </a:defRPr>
            </a:lvl1pPr>
            <a:lvl2pPr lvl="1">
              <a:spcBef>
                <a:spcPts val="0"/>
              </a:spcBef>
              <a:spcAft>
                <a:spcPts val="0"/>
              </a:spcAft>
              <a:buNone/>
              <a:defRPr sz="900">
                <a:solidFill>
                  <a:schemeClr val="accent3"/>
                </a:solidFill>
                <a:latin typeface="Jost"/>
                <a:ea typeface="Jost"/>
                <a:cs typeface="Jost"/>
                <a:sym typeface="Jost"/>
              </a:defRPr>
            </a:lvl2pPr>
            <a:lvl3pPr lvl="2">
              <a:spcBef>
                <a:spcPts val="0"/>
              </a:spcBef>
              <a:spcAft>
                <a:spcPts val="0"/>
              </a:spcAft>
              <a:buNone/>
              <a:defRPr sz="900">
                <a:solidFill>
                  <a:schemeClr val="accent3"/>
                </a:solidFill>
                <a:latin typeface="Jost"/>
                <a:ea typeface="Jost"/>
                <a:cs typeface="Jost"/>
                <a:sym typeface="Jost"/>
              </a:defRPr>
            </a:lvl3pPr>
            <a:lvl4pPr lvl="3">
              <a:spcBef>
                <a:spcPts val="0"/>
              </a:spcBef>
              <a:spcAft>
                <a:spcPts val="0"/>
              </a:spcAft>
              <a:buNone/>
              <a:defRPr sz="900">
                <a:solidFill>
                  <a:schemeClr val="accent3"/>
                </a:solidFill>
                <a:latin typeface="Jost"/>
                <a:ea typeface="Jost"/>
                <a:cs typeface="Jost"/>
                <a:sym typeface="Jost"/>
              </a:defRPr>
            </a:lvl4pPr>
            <a:lvl5pPr lvl="4">
              <a:spcBef>
                <a:spcPts val="0"/>
              </a:spcBef>
              <a:spcAft>
                <a:spcPts val="0"/>
              </a:spcAft>
              <a:buNone/>
              <a:defRPr sz="900">
                <a:solidFill>
                  <a:schemeClr val="accent3"/>
                </a:solidFill>
                <a:latin typeface="Jost"/>
                <a:ea typeface="Jost"/>
                <a:cs typeface="Jost"/>
                <a:sym typeface="Jost"/>
              </a:defRPr>
            </a:lvl5pPr>
            <a:lvl6pPr lvl="5">
              <a:spcBef>
                <a:spcPts val="0"/>
              </a:spcBef>
              <a:spcAft>
                <a:spcPts val="0"/>
              </a:spcAft>
              <a:buNone/>
              <a:defRPr sz="900">
                <a:solidFill>
                  <a:schemeClr val="accent3"/>
                </a:solidFill>
                <a:latin typeface="Jost"/>
                <a:ea typeface="Jost"/>
                <a:cs typeface="Jost"/>
                <a:sym typeface="Jost"/>
              </a:defRPr>
            </a:lvl6pPr>
            <a:lvl7pPr lvl="6">
              <a:spcBef>
                <a:spcPts val="0"/>
              </a:spcBef>
              <a:spcAft>
                <a:spcPts val="0"/>
              </a:spcAft>
              <a:buNone/>
              <a:defRPr sz="900">
                <a:solidFill>
                  <a:schemeClr val="accent3"/>
                </a:solidFill>
                <a:latin typeface="Jost"/>
                <a:ea typeface="Jost"/>
                <a:cs typeface="Jost"/>
                <a:sym typeface="Jost"/>
              </a:defRPr>
            </a:lvl7pPr>
            <a:lvl8pPr lvl="7">
              <a:spcBef>
                <a:spcPts val="0"/>
              </a:spcBef>
              <a:spcAft>
                <a:spcPts val="0"/>
              </a:spcAft>
              <a:buNone/>
              <a:defRPr sz="900">
                <a:solidFill>
                  <a:schemeClr val="accent3"/>
                </a:solidFill>
                <a:latin typeface="Jost"/>
                <a:ea typeface="Jost"/>
                <a:cs typeface="Jost"/>
                <a:sym typeface="Jost"/>
              </a:defRPr>
            </a:lvl8pPr>
            <a:lvl9pPr lvl="8">
              <a:spcBef>
                <a:spcPts val="0"/>
              </a:spcBef>
              <a:spcAft>
                <a:spcPts val="0"/>
              </a:spcAft>
              <a:buNone/>
              <a:defRPr sz="900">
                <a:solidFill>
                  <a:schemeClr val="accent3"/>
                </a:solidFill>
                <a:latin typeface="Jost"/>
                <a:ea typeface="Jost"/>
                <a:cs typeface="Jost"/>
                <a:sym typeface="Jost"/>
              </a:defRPr>
            </a:lvl9pPr>
          </a:lstStyle>
          <a:p/>
        </p:txBody>
      </p:sp>
      <p:sp>
        <p:nvSpPr>
          <p:cNvPr id="333" name="Google Shape;333;p35"/>
          <p:cNvSpPr txBox="1"/>
          <p:nvPr>
            <p:ph idx="18" type="subTitle"/>
          </p:nvPr>
        </p:nvSpPr>
        <p:spPr>
          <a:xfrm>
            <a:off x="7006613" y="4077075"/>
            <a:ext cx="1693800" cy="219000"/>
          </a:xfrm>
          <a:prstGeom prst="rect">
            <a:avLst/>
          </a:prstGeom>
        </p:spPr>
        <p:txBody>
          <a:bodyPr anchorCtr="0" anchor="b" bIns="0" lIns="0" spcFirstLastPara="1" rIns="0" wrap="square" tIns="0">
            <a:noAutofit/>
          </a:bodyPr>
          <a:lstStyle>
            <a:lvl1pPr lvl="0">
              <a:spcBef>
                <a:spcPts val="0"/>
              </a:spcBef>
              <a:spcAft>
                <a:spcPts val="0"/>
              </a:spcAft>
              <a:buNone/>
              <a:defRPr sz="1200">
                <a:latin typeface="Jost"/>
                <a:ea typeface="Jost"/>
                <a:cs typeface="Jost"/>
                <a:sym typeface="Jost"/>
              </a:defRPr>
            </a:lvl1pPr>
            <a:lvl2pPr lvl="1">
              <a:spcBef>
                <a:spcPts val="0"/>
              </a:spcBef>
              <a:spcAft>
                <a:spcPts val="0"/>
              </a:spcAft>
              <a:buNone/>
              <a:defRPr sz="1200">
                <a:latin typeface="Jost"/>
                <a:ea typeface="Jost"/>
                <a:cs typeface="Jost"/>
                <a:sym typeface="Jost"/>
              </a:defRPr>
            </a:lvl2pPr>
            <a:lvl3pPr lvl="2">
              <a:spcBef>
                <a:spcPts val="0"/>
              </a:spcBef>
              <a:spcAft>
                <a:spcPts val="0"/>
              </a:spcAft>
              <a:buNone/>
              <a:defRPr sz="1200">
                <a:latin typeface="Jost"/>
                <a:ea typeface="Jost"/>
                <a:cs typeface="Jost"/>
                <a:sym typeface="Jost"/>
              </a:defRPr>
            </a:lvl3pPr>
            <a:lvl4pPr lvl="3">
              <a:spcBef>
                <a:spcPts val="0"/>
              </a:spcBef>
              <a:spcAft>
                <a:spcPts val="0"/>
              </a:spcAft>
              <a:buNone/>
              <a:defRPr sz="1200">
                <a:latin typeface="Jost"/>
                <a:ea typeface="Jost"/>
                <a:cs typeface="Jost"/>
                <a:sym typeface="Jost"/>
              </a:defRPr>
            </a:lvl4pPr>
            <a:lvl5pPr lvl="4">
              <a:spcBef>
                <a:spcPts val="0"/>
              </a:spcBef>
              <a:spcAft>
                <a:spcPts val="0"/>
              </a:spcAft>
              <a:buNone/>
              <a:defRPr sz="1200">
                <a:latin typeface="Jost"/>
                <a:ea typeface="Jost"/>
                <a:cs typeface="Jost"/>
                <a:sym typeface="Jost"/>
              </a:defRPr>
            </a:lvl5pPr>
            <a:lvl6pPr lvl="5">
              <a:spcBef>
                <a:spcPts val="0"/>
              </a:spcBef>
              <a:spcAft>
                <a:spcPts val="0"/>
              </a:spcAft>
              <a:buNone/>
              <a:defRPr sz="1200">
                <a:latin typeface="Jost"/>
                <a:ea typeface="Jost"/>
                <a:cs typeface="Jost"/>
                <a:sym typeface="Jost"/>
              </a:defRPr>
            </a:lvl6pPr>
            <a:lvl7pPr lvl="6">
              <a:spcBef>
                <a:spcPts val="0"/>
              </a:spcBef>
              <a:spcAft>
                <a:spcPts val="0"/>
              </a:spcAft>
              <a:buNone/>
              <a:defRPr sz="1200">
                <a:latin typeface="Jost"/>
                <a:ea typeface="Jost"/>
                <a:cs typeface="Jost"/>
                <a:sym typeface="Jost"/>
              </a:defRPr>
            </a:lvl7pPr>
            <a:lvl8pPr lvl="7">
              <a:spcBef>
                <a:spcPts val="0"/>
              </a:spcBef>
              <a:spcAft>
                <a:spcPts val="0"/>
              </a:spcAft>
              <a:buNone/>
              <a:defRPr sz="1200">
                <a:latin typeface="Jost"/>
                <a:ea typeface="Jost"/>
                <a:cs typeface="Jost"/>
                <a:sym typeface="Jost"/>
              </a:defRPr>
            </a:lvl8pPr>
            <a:lvl9pPr lvl="8">
              <a:spcBef>
                <a:spcPts val="0"/>
              </a:spcBef>
              <a:spcAft>
                <a:spcPts val="0"/>
              </a:spcAft>
              <a:buNone/>
              <a:defRPr sz="1200">
                <a:latin typeface="Jost"/>
                <a:ea typeface="Jost"/>
                <a:cs typeface="Jost"/>
                <a:sym typeface="Jost"/>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trics display 2">
  <p:cSld name="CUSTOM_8_1_1_1_1_1_1_1_1_1_1_1_1_1_1_1_1_1_1_1_1_1_1_1_1_1_1_1_1_1_1_1_1_1_1_2">
    <p:spTree>
      <p:nvGrpSpPr>
        <p:cNvPr id="334" name="Shape 334"/>
        <p:cNvGrpSpPr/>
        <p:nvPr/>
      </p:nvGrpSpPr>
      <p:grpSpPr>
        <a:xfrm>
          <a:off x="0" y="0"/>
          <a:ext cx="0" cy="0"/>
          <a:chOff x="0" y="0"/>
          <a:chExt cx="0" cy="0"/>
        </a:xfrm>
      </p:grpSpPr>
      <p:sp>
        <p:nvSpPr>
          <p:cNvPr id="335" name="Google Shape;335;p36"/>
          <p:cNvSpPr/>
          <p:nvPr/>
        </p:nvSpPr>
        <p:spPr>
          <a:xfrm rot="-5400000">
            <a:off x="0" y="816600"/>
            <a:ext cx="4326900" cy="4326900"/>
          </a:xfrm>
          <a:prstGeom prst="rect">
            <a:avLst/>
          </a:prstGeom>
          <a:gradFill>
            <a:gsLst>
              <a:gs pos="0">
                <a:schemeClr val="lt2"/>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336" name="Google Shape;336;p36"/>
          <p:cNvSpPr/>
          <p:nvPr/>
        </p:nvSpPr>
        <p:spPr>
          <a:xfrm rot="5400000">
            <a:off x="4817100" y="0"/>
            <a:ext cx="4326900" cy="4326900"/>
          </a:xfrm>
          <a:prstGeom prst="rect">
            <a:avLst/>
          </a:prstGeom>
          <a:gradFill>
            <a:gsLst>
              <a:gs pos="0">
                <a:schemeClr val="accent5"/>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337" name="Google Shape;337;p36"/>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338" name="Google Shape;338;p36"/>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339" name="Google Shape;339;p36"/>
          <p:cNvSpPr txBox="1"/>
          <p:nvPr>
            <p:ph idx="3" type="title"/>
          </p:nvPr>
        </p:nvSpPr>
        <p:spPr>
          <a:xfrm>
            <a:off x="228600" y="457200"/>
            <a:ext cx="41604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340" name="Google Shape;340;p36"/>
          <p:cNvSpPr txBox="1"/>
          <p:nvPr>
            <p:ph idx="1" type="subTitle"/>
          </p:nvPr>
        </p:nvSpPr>
        <p:spPr>
          <a:xfrm>
            <a:off x="3238050" y="1804700"/>
            <a:ext cx="2667900" cy="533100"/>
          </a:xfrm>
          <a:prstGeom prst="rect">
            <a:avLst/>
          </a:prstGeom>
        </p:spPr>
        <p:txBody>
          <a:bodyPr anchorCtr="0" anchor="ctr" bIns="0" lIns="0" spcFirstLastPara="1" rIns="0" wrap="square" tIns="0">
            <a:noAutofit/>
          </a:bodyPr>
          <a:lstStyle>
            <a:lvl1pPr lvl="0" algn="ctr">
              <a:lnSpc>
                <a:spcPct val="95000"/>
              </a:lnSpc>
              <a:spcBef>
                <a:spcPts val="0"/>
              </a:spcBef>
              <a:spcAft>
                <a:spcPts val="0"/>
              </a:spcAft>
              <a:buNone/>
              <a:defRPr/>
            </a:lvl1pPr>
            <a:lvl2pPr lvl="1" algn="ctr">
              <a:lnSpc>
                <a:spcPct val="95000"/>
              </a:lnSpc>
              <a:spcBef>
                <a:spcPts val="0"/>
              </a:spcBef>
              <a:spcAft>
                <a:spcPts val="0"/>
              </a:spcAft>
              <a:buNone/>
              <a:defRPr/>
            </a:lvl2pPr>
            <a:lvl3pPr lvl="2" algn="ctr">
              <a:lnSpc>
                <a:spcPct val="95000"/>
              </a:lnSpc>
              <a:spcBef>
                <a:spcPts val="0"/>
              </a:spcBef>
              <a:spcAft>
                <a:spcPts val="0"/>
              </a:spcAft>
              <a:buNone/>
              <a:defRPr/>
            </a:lvl3pPr>
            <a:lvl4pPr lvl="3" algn="ctr">
              <a:lnSpc>
                <a:spcPct val="95000"/>
              </a:lnSpc>
              <a:spcBef>
                <a:spcPts val="0"/>
              </a:spcBef>
              <a:spcAft>
                <a:spcPts val="0"/>
              </a:spcAft>
              <a:buNone/>
              <a:defRPr/>
            </a:lvl4pPr>
            <a:lvl5pPr lvl="4" algn="ctr">
              <a:lnSpc>
                <a:spcPct val="95000"/>
              </a:lnSpc>
              <a:spcBef>
                <a:spcPts val="0"/>
              </a:spcBef>
              <a:spcAft>
                <a:spcPts val="0"/>
              </a:spcAft>
              <a:buNone/>
              <a:defRPr/>
            </a:lvl5pPr>
            <a:lvl6pPr lvl="5" algn="ctr">
              <a:lnSpc>
                <a:spcPct val="95000"/>
              </a:lnSpc>
              <a:spcBef>
                <a:spcPts val="0"/>
              </a:spcBef>
              <a:spcAft>
                <a:spcPts val="0"/>
              </a:spcAft>
              <a:buNone/>
              <a:defRPr/>
            </a:lvl6pPr>
            <a:lvl7pPr lvl="6" algn="ctr">
              <a:lnSpc>
                <a:spcPct val="95000"/>
              </a:lnSpc>
              <a:spcBef>
                <a:spcPts val="0"/>
              </a:spcBef>
              <a:spcAft>
                <a:spcPts val="0"/>
              </a:spcAft>
              <a:buNone/>
              <a:defRPr/>
            </a:lvl7pPr>
            <a:lvl8pPr lvl="7" algn="ctr">
              <a:lnSpc>
                <a:spcPct val="95000"/>
              </a:lnSpc>
              <a:spcBef>
                <a:spcPts val="0"/>
              </a:spcBef>
              <a:spcAft>
                <a:spcPts val="0"/>
              </a:spcAft>
              <a:buNone/>
              <a:defRPr/>
            </a:lvl8pPr>
            <a:lvl9pPr lvl="8" algn="ctr">
              <a:lnSpc>
                <a:spcPct val="95000"/>
              </a:lnSpc>
              <a:spcBef>
                <a:spcPts val="0"/>
              </a:spcBef>
              <a:spcAft>
                <a:spcPts val="0"/>
              </a:spcAft>
              <a:buNone/>
              <a:defRPr/>
            </a:lvl9pPr>
          </a:lstStyle>
          <a:p/>
        </p:txBody>
      </p:sp>
      <p:sp>
        <p:nvSpPr>
          <p:cNvPr id="341" name="Google Shape;341;p36"/>
          <p:cNvSpPr txBox="1"/>
          <p:nvPr>
            <p:ph idx="4" type="subTitle"/>
          </p:nvPr>
        </p:nvSpPr>
        <p:spPr>
          <a:xfrm>
            <a:off x="4056600" y="2688550"/>
            <a:ext cx="1124700" cy="533100"/>
          </a:xfrm>
          <a:prstGeom prst="rect">
            <a:avLst/>
          </a:prstGeom>
        </p:spPr>
        <p:txBody>
          <a:bodyPr anchorCtr="0" anchor="ctr" bIns="0" lIns="0" spcFirstLastPara="1" rIns="0" wrap="square" tIns="0">
            <a:noAutofit/>
          </a:bodyPr>
          <a:lstStyle>
            <a:lvl1pPr lvl="0" algn="ctr">
              <a:lnSpc>
                <a:spcPct val="95000"/>
              </a:lnSpc>
              <a:spcBef>
                <a:spcPts val="0"/>
              </a:spcBef>
              <a:spcAft>
                <a:spcPts val="0"/>
              </a:spcAft>
              <a:buNone/>
              <a:defRPr sz="3000">
                <a:solidFill>
                  <a:schemeClr val="dk2"/>
                </a:solidFill>
              </a:defRPr>
            </a:lvl1pPr>
            <a:lvl2pPr lvl="1" algn="ctr">
              <a:lnSpc>
                <a:spcPct val="95000"/>
              </a:lnSpc>
              <a:spcBef>
                <a:spcPts val="0"/>
              </a:spcBef>
              <a:spcAft>
                <a:spcPts val="0"/>
              </a:spcAft>
              <a:buNone/>
              <a:defRPr sz="3000">
                <a:solidFill>
                  <a:schemeClr val="dk2"/>
                </a:solidFill>
              </a:defRPr>
            </a:lvl2pPr>
            <a:lvl3pPr lvl="2" algn="ctr">
              <a:lnSpc>
                <a:spcPct val="95000"/>
              </a:lnSpc>
              <a:spcBef>
                <a:spcPts val="0"/>
              </a:spcBef>
              <a:spcAft>
                <a:spcPts val="0"/>
              </a:spcAft>
              <a:buNone/>
              <a:defRPr sz="3000">
                <a:solidFill>
                  <a:schemeClr val="dk2"/>
                </a:solidFill>
              </a:defRPr>
            </a:lvl3pPr>
            <a:lvl4pPr lvl="3" algn="ctr">
              <a:lnSpc>
                <a:spcPct val="95000"/>
              </a:lnSpc>
              <a:spcBef>
                <a:spcPts val="0"/>
              </a:spcBef>
              <a:spcAft>
                <a:spcPts val="0"/>
              </a:spcAft>
              <a:buNone/>
              <a:defRPr sz="3000">
                <a:solidFill>
                  <a:schemeClr val="dk2"/>
                </a:solidFill>
              </a:defRPr>
            </a:lvl4pPr>
            <a:lvl5pPr lvl="4" algn="ctr">
              <a:lnSpc>
                <a:spcPct val="95000"/>
              </a:lnSpc>
              <a:spcBef>
                <a:spcPts val="0"/>
              </a:spcBef>
              <a:spcAft>
                <a:spcPts val="0"/>
              </a:spcAft>
              <a:buNone/>
              <a:defRPr sz="3000">
                <a:solidFill>
                  <a:schemeClr val="dk2"/>
                </a:solidFill>
              </a:defRPr>
            </a:lvl5pPr>
            <a:lvl6pPr lvl="5" algn="ctr">
              <a:lnSpc>
                <a:spcPct val="95000"/>
              </a:lnSpc>
              <a:spcBef>
                <a:spcPts val="0"/>
              </a:spcBef>
              <a:spcAft>
                <a:spcPts val="0"/>
              </a:spcAft>
              <a:buNone/>
              <a:defRPr sz="3000">
                <a:solidFill>
                  <a:schemeClr val="dk2"/>
                </a:solidFill>
              </a:defRPr>
            </a:lvl6pPr>
            <a:lvl7pPr lvl="6" algn="ctr">
              <a:lnSpc>
                <a:spcPct val="95000"/>
              </a:lnSpc>
              <a:spcBef>
                <a:spcPts val="0"/>
              </a:spcBef>
              <a:spcAft>
                <a:spcPts val="0"/>
              </a:spcAft>
              <a:buNone/>
              <a:defRPr sz="3000">
                <a:solidFill>
                  <a:schemeClr val="dk2"/>
                </a:solidFill>
              </a:defRPr>
            </a:lvl7pPr>
            <a:lvl8pPr lvl="7" algn="ctr">
              <a:lnSpc>
                <a:spcPct val="95000"/>
              </a:lnSpc>
              <a:spcBef>
                <a:spcPts val="0"/>
              </a:spcBef>
              <a:spcAft>
                <a:spcPts val="0"/>
              </a:spcAft>
              <a:buNone/>
              <a:defRPr sz="3000">
                <a:solidFill>
                  <a:schemeClr val="dk2"/>
                </a:solidFill>
              </a:defRPr>
            </a:lvl8pPr>
            <a:lvl9pPr lvl="8" algn="ctr">
              <a:lnSpc>
                <a:spcPct val="95000"/>
              </a:lnSpc>
              <a:spcBef>
                <a:spcPts val="0"/>
              </a:spcBef>
              <a:spcAft>
                <a:spcPts val="0"/>
              </a:spcAft>
              <a:buNone/>
              <a:defRPr sz="3000">
                <a:solidFill>
                  <a:schemeClr val="dk2"/>
                </a:solidFill>
              </a:defRPr>
            </a:lvl9pPr>
          </a:lstStyle>
          <a:p/>
        </p:txBody>
      </p:sp>
      <p:sp>
        <p:nvSpPr>
          <p:cNvPr id="342" name="Google Shape;342;p36"/>
          <p:cNvSpPr txBox="1"/>
          <p:nvPr>
            <p:ph idx="5" type="subTitle"/>
          </p:nvPr>
        </p:nvSpPr>
        <p:spPr>
          <a:xfrm>
            <a:off x="3457950" y="2233425"/>
            <a:ext cx="2228100" cy="533100"/>
          </a:xfrm>
          <a:prstGeom prst="rect">
            <a:avLst/>
          </a:prstGeom>
        </p:spPr>
        <p:txBody>
          <a:bodyPr anchorCtr="0" anchor="ctr" bIns="0" lIns="0" spcFirstLastPara="1" rIns="0" wrap="square" tIns="0">
            <a:noAutofit/>
          </a:bodyPr>
          <a:lstStyle>
            <a:lvl1pPr lvl="0" algn="ctr">
              <a:lnSpc>
                <a:spcPct val="95000"/>
              </a:lnSpc>
              <a:spcBef>
                <a:spcPts val="0"/>
              </a:spcBef>
              <a:spcAft>
                <a:spcPts val="0"/>
              </a:spcAft>
              <a:buNone/>
              <a:defRPr sz="1000"/>
            </a:lvl1pPr>
            <a:lvl2pPr lvl="1" algn="ctr">
              <a:lnSpc>
                <a:spcPct val="95000"/>
              </a:lnSpc>
              <a:spcBef>
                <a:spcPts val="0"/>
              </a:spcBef>
              <a:spcAft>
                <a:spcPts val="0"/>
              </a:spcAft>
              <a:buNone/>
              <a:defRPr sz="1000"/>
            </a:lvl2pPr>
            <a:lvl3pPr lvl="2" algn="ctr">
              <a:lnSpc>
                <a:spcPct val="95000"/>
              </a:lnSpc>
              <a:spcBef>
                <a:spcPts val="0"/>
              </a:spcBef>
              <a:spcAft>
                <a:spcPts val="0"/>
              </a:spcAft>
              <a:buNone/>
              <a:defRPr sz="1000"/>
            </a:lvl3pPr>
            <a:lvl4pPr lvl="3" algn="ctr">
              <a:lnSpc>
                <a:spcPct val="95000"/>
              </a:lnSpc>
              <a:spcBef>
                <a:spcPts val="0"/>
              </a:spcBef>
              <a:spcAft>
                <a:spcPts val="0"/>
              </a:spcAft>
              <a:buNone/>
              <a:defRPr sz="1000"/>
            </a:lvl4pPr>
            <a:lvl5pPr lvl="4" algn="ctr">
              <a:lnSpc>
                <a:spcPct val="95000"/>
              </a:lnSpc>
              <a:spcBef>
                <a:spcPts val="0"/>
              </a:spcBef>
              <a:spcAft>
                <a:spcPts val="0"/>
              </a:spcAft>
              <a:buNone/>
              <a:defRPr sz="1000"/>
            </a:lvl5pPr>
            <a:lvl6pPr lvl="5" algn="ctr">
              <a:lnSpc>
                <a:spcPct val="95000"/>
              </a:lnSpc>
              <a:spcBef>
                <a:spcPts val="0"/>
              </a:spcBef>
              <a:spcAft>
                <a:spcPts val="0"/>
              </a:spcAft>
              <a:buNone/>
              <a:defRPr sz="1000"/>
            </a:lvl6pPr>
            <a:lvl7pPr lvl="6" algn="ctr">
              <a:lnSpc>
                <a:spcPct val="95000"/>
              </a:lnSpc>
              <a:spcBef>
                <a:spcPts val="0"/>
              </a:spcBef>
              <a:spcAft>
                <a:spcPts val="0"/>
              </a:spcAft>
              <a:buNone/>
              <a:defRPr sz="1000"/>
            </a:lvl7pPr>
            <a:lvl8pPr lvl="7" algn="ctr">
              <a:lnSpc>
                <a:spcPct val="95000"/>
              </a:lnSpc>
              <a:spcBef>
                <a:spcPts val="0"/>
              </a:spcBef>
              <a:spcAft>
                <a:spcPts val="0"/>
              </a:spcAft>
              <a:buNone/>
              <a:defRPr sz="1000"/>
            </a:lvl8pPr>
            <a:lvl9pPr lvl="8" algn="ctr">
              <a:lnSpc>
                <a:spcPct val="95000"/>
              </a:lnSpc>
              <a:spcBef>
                <a:spcPts val="0"/>
              </a:spcBef>
              <a:spcAft>
                <a:spcPts val="0"/>
              </a:spcAft>
              <a:buNone/>
              <a:defRPr sz="1000"/>
            </a:lvl9pPr>
          </a:lstStyle>
          <a:p/>
        </p:txBody>
      </p:sp>
      <p:sp>
        <p:nvSpPr>
          <p:cNvPr id="343" name="Google Shape;343;p36"/>
          <p:cNvSpPr txBox="1"/>
          <p:nvPr>
            <p:ph idx="6" type="subTitle"/>
          </p:nvPr>
        </p:nvSpPr>
        <p:spPr>
          <a:xfrm>
            <a:off x="803225" y="1817900"/>
            <a:ext cx="2667900" cy="533100"/>
          </a:xfrm>
          <a:prstGeom prst="rect">
            <a:avLst/>
          </a:prstGeom>
        </p:spPr>
        <p:txBody>
          <a:bodyPr anchorCtr="0" anchor="ctr" bIns="0" lIns="0" spcFirstLastPara="1" rIns="0" wrap="square" tIns="0">
            <a:noAutofit/>
          </a:bodyPr>
          <a:lstStyle>
            <a:lvl1pPr lvl="0" algn="ctr">
              <a:lnSpc>
                <a:spcPct val="95000"/>
              </a:lnSpc>
              <a:spcBef>
                <a:spcPts val="0"/>
              </a:spcBef>
              <a:spcAft>
                <a:spcPts val="0"/>
              </a:spcAft>
              <a:buNone/>
              <a:defRPr/>
            </a:lvl1pPr>
            <a:lvl2pPr lvl="1" algn="ctr">
              <a:lnSpc>
                <a:spcPct val="95000"/>
              </a:lnSpc>
              <a:spcBef>
                <a:spcPts val="0"/>
              </a:spcBef>
              <a:spcAft>
                <a:spcPts val="0"/>
              </a:spcAft>
              <a:buNone/>
              <a:defRPr/>
            </a:lvl2pPr>
            <a:lvl3pPr lvl="2" algn="ctr">
              <a:lnSpc>
                <a:spcPct val="95000"/>
              </a:lnSpc>
              <a:spcBef>
                <a:spcPts val="0"/>
              </a:spcBef>
              <a:spcAft>
                <a:spcPts val="0"/>
              </a:spcAft>
              <a:buNone/>
              <a:defRPr/>
            </a:lvl3pPr>
            <a:lvl4pPr lvl="3" algn="ctr">
              <a:lnSpc>
                <a:spcPct val="95000"/>
              </a:lnSpc>
              <a:spcBef>
                <a:spcPts val="0"/>
              </a:spcBef>
              <a:spcAft>
                <a:spcPts val="0"/>
              </a:spcAft>
              <a:buNone/>
              <a:defRPr/>
            </a:lvl4pPr>
            <a:lvl5pPr lvl="4" algn="ctr">
              <a:lnSpc>
                <a:spcPct val="95000"/>
              </a:lnSpc>
              <a:spcBef>
                <a:spcPts val="0"/>
              </a:spcBef>
              <a:spcAft>
                <a:spcPts val="0"/>
              </a:spcAft>
              <a:buNone/>
              <a:defRPr/>
            </a:lvl5pPr>
            <a:lvl6pPr lvl="5" algn="ctr">
              <a:lnSpc>
                <a:spcPct val="95000"/>
              </a:lnSpc>
              <a:spcBef>
                <a:spcPts val="0"/>
              </a:spcBef>
              <a:spcAft>
                <a:spcPts val="0"/>
              </a:spcAft>
              <a:buNone/>
              <a:defRPr/>
            </a:lvl6pPr>
            <a:lvl7pPr lvl="6" algn="ctr">
              <a:lnSpc>
                <a:spcPct val="95000"/>
              </a:lnSpc>
              <a:spcBef>
                <a:spcPts val="0"/>
              </a:spcBef>
              <a:spcAft>
                <a:spcPts val="0"/>
              </a:spcAft>
              <a:buNone/>
              <a:defRPr/>
            </a:lvl7pPr>
            <a:lvl8pPr lvl="7" algn="ctr">
              <a:lnSpc>
                <a:spcPct val="95000"/>
              </a:lnSpc>
              <a:spcBef>
                <a:spcPts val="0"/>
              </a:spcBef>
              <a:spcAft>
                <a:spcPts val="0"/>
              </a:spcAft>
              <a:buNone/>
              <a:defRPr/>
            </a:lvl8pPr>
            <a:lvl9pPr lvl="8" algn="ctr">
              <a:lnSpc>
                <a:spcPct val="95000"/>
              </a:lnSpc>
              <a:spcBef>
                <a:spcPts val="0"/>
              </a:spcBef>
              <a:spcAft>
                <a:spcPts val="0"/>
              </a:spcAft>
              <a:buNone/>
              <a:defRPr/>
            </a:lvl9pPr>
          </a:lstStyle>
          <a:p/>
        </p:txBody>
      </p:sp>
      <p:sp>
        <p:nvSpPr>
          <p:cNvPr id="344" name="Google Shape;344;p36"/>
          <p:cNvSpPr txBox="1"/>
          <p:nvPr>
            <p:ph idx="7" type="subTitle"/>
          </p:nvPr>
        </p:nvSpPr>
        <p:spPr>
          <a:xfrm>
            <a:off x="1621775" y="2701750"/>
            <a:ext cx="1124700" cy="533100"/>
          </a:xfrm>
          <a:prstGeom prst="rect">
            <a:avLst/>
          </a:prstGeom>
        </p:spPr>
        <p:txBody>
          <a:bodyPr anchorCtr="0" anchor="ctr" bIns="0" lIns="0" spcFirstLastPara="1" rIns="0" wrap="square" tIns="0">
            <a:noAutofit/>
          </a:bodyPr>
          <a:lstStyle>
            <a:lvl1pPr lvl="0" algn="ctr">
              <a:lnSpc>
                <a:spcPct val="95000"/>
              </a:lnSpc>
              <a:spcBef>
                <a:spcPts val="0"/>
              </a:spcBef>
              <a:spcAft>
                <a:spcPts val="0"/>
              </a:spcAft>
              <a:buNone/>
              <a:defRPr sz="3000">
                <a:solidFill>
                  <a:schemeClr val="dk2"/>
                </a:solidFill>
              </a:defRPr>
            </a:lvl1pPr>
            <a:lvl2pPr lvl="1" algn="ctr">
              <a:lnSpc>
                <a:spcPct val="95000"/>
              </a:lnSpc>
              <a:spcBef>
                <a:spcPts val="0"/>
              </a:spcBef>
              <a:spcAft>
                <a:spcPts val="0"/>
              </a:spcAft>
              <a:buNone/>
              <a:defRPr sz="3000">
                <a:solidFill>
                  <a:schemeClr val="dk2"/>
                </a:solidFill>
              </a:defRPr>
            </a:lvl2pPr>
            <a:lvl3pPr lvl="2" algn="ctr">
              <a:lnSpc>
                <a:spcPct val="95000"/>
              </a:lnSpc>
              <a:spcBef>
                <a:spcPts val="0"/>
              </a:spcBef>
              <a:spcAft>
                <a:spcPts val="0"/>
              </a:spcAft>
              <a:buNone/>
              <a:defRPr sz="3000">
                <a:solidFill>
                  <a:schemeClr val="dk2"/>
                </a:solidFill>
              </a:defRPr>
            </a:lvl3pPr>
            <a:lvl4pPr lvl="3" algn="ctr">
              <a:lnSpc>
                <a:spcPct val="95000"/>
              </a:lnSpc>
              <a:spcBef>
                <a:spcPts val="0"/>
              </a:spcBef>
              <a:spcAft>
                <a:spcPts val="0"/>
              </a:spcAft>
              <a:buNone/>
              <a:defRPr sz="3000">
                <a:solidFill>
                  <a:schemeClr val="dk2"/>
                </a:solidFill>
              </a:defRPr>
            </a:lvl4pPr>
            <a:lvl5pPr lvl="4" algn="ctr">
              <a:lnSpc>
                <a:spcPct val="95000"/>
              </a:lnSpc>
              <a:spcBef>
                <a:spcPts val="0"/>
              </a:spcBef>
              <a:spcAft>
                <a:spcPts val="0"/>
              </a:spcAft>
              <a:buNone/>
              <a:defRPr sz="3000">
                <a:solidFill>
                  <a:schemeClr val="dk2"/>
                </a:solidFill>
              </a:defRPr>
            </a:lvl5pPr>
            <a:lvl6pPr lvl="5" algn="ctr">
              <a:lnSpc>
                <a:spcPct val="95000"/>
              </a:lnSpc>
              <a:spcBef>
                <a:spcPts val="0"/>
              </a:spcBef>
              <a:spcAft>
                <a:spcPts val="0"/>
              </a:spcAft>
              <a:buNone/>
              <a:defRPr sz="3000">
                <a:solidFill>
                  <a:schemeClr val="dk2"/>
                </a:solidFill>
              </a:defRPr>
            </a:lvl6pPr>
            <a:lvl7pPr lvl="6" algn="ctr">
              <a:lnSpc>
                <a:spcPct val="95000"/>
              </a:lnSpc>
              <a:spcBef>
                <a:spcPts val="0"/>
              </a:spcBef>
              <a:spcAft>
                <a:spcPts val="0"/>
              </a:spcAft>
              <a:buNone/>
              <a:defRPr sz="3000">
                <a:solidFill>
                  <a:schemeClr val="dk2"/>
                </a:solidFill>
              </a:defRPr>
            </a:lvl7pPr>
            <a:lvl8pPr lvl="7" algn="ctr">
              <a:lnSpc>
                <a:spcPct val="95000"/>
              </a:lnSpc>
              <a:spcBef>
                <a:spcPts val="0"/>
              </a:spcBef>
              <a:spcAft>
                <a:spcPts val="0"/>
              </a:spcAft>
              <a:buNone/>
              <a:defRPr sz="3000">
                <a:solidFill>
                  <a:schemeClr val="dk2"/>
                </a:solidFill>
              </a:defRPr>
            </a:lvl8pPr>
            <a:lvl9pPr lvl="8" algn="ctr">
              <a:lnSpc>
                <a:spcPct val="95000"/>
              </a:lnSpc>
              <a:spcBef>
                <a:spcPts val="0"/>
              </a:spcBef>
              <a:spcAft>
                <a:spcPts val="0"/>
              </a:spcAft>
              <a:buNone/>
              <a:defRPr sz="3000">
                <a:solidFill>
                  <a:schemeClr val="dk2"/>
                </a:solidFill>
              </a:defRPr>
            </a:lvl9pPr>
          </a:lstStyle>
          <a:p/>
        </p:txBody>
      </p:sp>
      <p:sp>
        <p:nvSpPr>
          <p:cNvPr id="345" name="Google Shape;345;p36"/>
          <p:cNvSpPr txBox="1"/>
          <p:nvPr>
            <p:ph idx="8" type="subTitle"/>
          </p:nvPr>
        </p:nvSpPr>
        <p:spPr>
          <a:xfrm>
            <a:off x="1023125" y="2246625"/>
            <a:ext cx="2228100" cy="533100"/>
          </a:xfrm>
          <a:prstGeom prst="rect">
            <a:avLst/>
          </a:prstGeom>
        </p:spPr>
        <p:txBody>
          <a:bodyPr anchorCtr="0" anchor="ctr" bIns="0" lIns="0" spcFirstLastPara="1" rIns="0" wrap="square" tIns="0">
            <a:noAutofit/>
          </a:bodyPr>
          <a:lstStyle>
            <a:lvl1pPr lvl="0" algn="ctr">
              <a:lnSpc>
                <a:spcPct val="95000"/>
              </a:lnSpc>
              <a:spcBef>
                <a:spcPts val="0"/>
              </a:spcBef>
              <a:spcAft>
                <a:spcPts val="0"/>
              </a:spcAft>
              <a:buNone/>
              <a:defRPr sz="1000"/>
            </a:lvl1pPr>
            <a:lvl2pPr lvl="1" algn="ctr">
              <a:lnSpc>
                <a:spcPct val="95000"/>
              </a:lnSpc>
              <a:spcBef>
                <a:spcPts val="0"/>
              </a:spcBef>
              <a:spcAft>
                <a:spcPts val="0"/>
              </a:spcAft>
              <a:buNone/>
              <a:defRPr sz="1000"/>
            </a:lvl2pPr>
            <a:lvl3pPr lvl="2" algn="ctr">
              <a:lnSpc>
                <a:spcPct val="95000"/>
              </a:lnSpc>
              <a:spcBef>
                <a:spcPts val="0"/>
              </a:spcBef>
              <a:spcAft>
                <a:spcPts val="0"/>
              </a:spcAft>
              <a:buNone/>
              <a:defRPr sz="1000"/>
            </a:lvl3pPr>
            <a:lvl4pPr lvl="3" algn="ctr">
              <a:lnSpc>
                <a:spcPct val="95000"/>
              </a:lnSpc>
              <a:spcBef>
                <a:spcPts val="0"/>
              </a:spcBef>
              <a:spcAft>
                <a:spcPts val="0"/>
              </a:spcAft>
              <a:buNone/>
              <a:defRPr sz="1000"/>
            </a:lvl4pPr>
            <a:lvl5pPr lvl="4" algn="ctr">
              <a:lnSpc>
                <a:spcPct val="95000"/>
              </a:lnSpc>
              <a:spcBef>
                <a:spcPts val="0"/>
              </a:spcBef>
              <a:spcAft>
                <a:spcPts val="0"/>
              </a:spcAft>
              <a:buNone/>
              <a:defRPr sz="1000"/>
            </a:lvl5pPr>
            <a:lvl6pPr lvl="5" algn="ctr">
              <a:lnSpc>
                <a:spcPct val="95000"/>
              </a:lnSpc>
              <a:spcBef>
                <a:spcPts val="0"/>
              </a:spcBef>
              <a:spcAft>
                <a:spcPts val="0"/>
              </a:spcAft>
              <a:buNone/>
              <a:defRPr sz="1000"/>
            </a:lvl6pPr>
            <a:lvl7pPr lvl="6" algn="ctr">
              <a:lnSpc>
                <a:spcPct val="95000"/>
              </a:lnSpc>
              <a:spcBef>
                <a:spcPts val="0"/>
              </a:spcBef>
              <a:spcAft>
                <a:spcPts val="0"/>
              </a:spcAft>
              <a:buNone/>
              <a:defRPr sz="1000"/>
            </a:lvl7pPr>
            <a:lvl8pPr lvl="7" algn="ctr">
              <a:lnSpc>
                <a:spcPct val="95000"/>
              </a:lnSpc>
              <a:spcBef>
                <a:spcPts val="0"/>
              </a:spcBef>
              <a:spcAft>
                <a:spcPts val="0"/>
              </a:spcAft>
              <a:buNone/>
              <a:defRPr sz="1000"/>
            </a:lvl8pPr>
            <a:lvl9pPr lvl="8" algn="ctr">
              <a:lnSpc>
                <a:spcPct val="95000"/>
              </a:lnSpc>
              <a:spcBef>
                <a:spcPts val="0"/>
              </a:spcBef>
              <a:spcAft>
                <a:spcPts val="0"/>
              </a:spcAft>
              <a:buNone/>
              <a:defRPr sz="1000"/>
            </a:lvl9pPr>
          </a:lstStyle>
          <a:p/>
        </p:txBody>
      </p:sp>
      <p:sp>
        <p:nvSpPr>
          <p:cNvPr id="346" name="Google Shape;346;p36"/>
          <p:cNvSpPr txBox="1"/>
          <p:nvPr>
            <p:ph idx="9" type="subTitle"/>
          </p:nvPr>
        </p:nvSpPr>
        <p:spPr>
          <a:xfrm>
            <a:off x="5672875" y="1804700"/>
            <a:ext cx="2667900" cy="533100"/>
          </a:xfrm>
          <a:prstGeom prst="rect">
            <a:avLst/>
          </a:prstGeom>
        </p:spPr>
        <p:txBody>
          <a:bodyPr anchorCtr="0" anchor="ctr" bIns="0" lIns="0" spcFirstLastPara="1" rIns="0" wrap="square" tIns="0">
            <a:noAutofit/>
          </a:bodyPr>
          <a:lstStyle>
            <a:lvl1pPr lvl="0" algn="ctr">
              <a:lnSpc>
                <a:spcPct val="95000"/>
              </a:lnSpc>
              <a:spcBef>
                <a:spcPts val="0"/>
              </a:spcBef>
              <a:spcAft>
                <a:spcPts val="0"/>
              </a:spcAft>
              <a:buNone/>
              <a:defRPr/>
            </a:lvl1pPr>
            <a:lvl2pPr lvl="1" algn="ctr">
              <a:lnSpc>
                <a:spcPct val="95000"/>
              </a:lnSpc>
              <a:spcBef>
                <a:spcPts val="0"/>
              </a:spcBef>
              <a:spcAft>
                <a:spcPts val="0"/>
              </a:spcAft>
              <a:buNone/>
              <a:defRPr/>
            </a:lvl2pPr>
            <a:lvl3pPr lvl="2" algn="ctr">
              <a:lnSpc>
                <a:spcPct val="95000"/>
              </a:lnSpc>
              <a:spcBef>
                <a:spcPts val="0"/>
              </a:spcBef>
              <a:spcAft>
                <a:spcPts val="0"/>
              </a:spcAft>
              <a:buNone/>
              <a:defRPr/>
            </a:lvl3pPr>
            <a:lvl4pPr lvl="3" algn="ctr">
              <a:lnSpc>
                <a:spcPct val="95000"/>
              </a:lnSpc>
              <a:spcBef>
                <a:spcPts val="0"/>
              </a:spcBef>
              <a:spcAft>
                <a:spcPts val="0"/>
              </a:spcAft>
              <a:buNone/>
              <a:defRPr/>
            </a:lvl4pPr>
            <a:lvl5pPr lvl="4" algn="ctr">
              <a:lnSpc>
                <a:spcPct val="95000"/>
              </a:lnSpc>
              <a:spcBef>
                <a:spcPts val="0"/>
              </a:spcBef>
              <a:spcAft>
                <a:spcPts val="0"/>
              </a:spcAft>
              <a:buNone/>
              <a:defRPr/>
            </a:lvl5pPr>
            <a:lvl6pPr lvl="5" algn="ctr">
              <a:lnSpc>
                <a:spcPct val="95000"/>
              </a:lnSpc>
              <a:spcBef>
                <a:spcPts val="0"/>
              </a:spcBef>
              <a:spcAft>
                <a:spcPts val="0"/>
              </a:spcAft>
              <a:buNone/>
              <a:defRPr/>
            </a:lvl6pPr>
            <a:lvl7pPr lvl="6" algn="ctr">
              <a:lnSpc>
                <a:spcPct val="95000"/>
              </a:lnSpc>
              <a:spcBef>
                <a:spcPts val="0"/>
              </a:spcBef>
              <a:spcAft>
                <a:spcPts val="0"/>
              </a:spcAft>
              <a:buNone/>
              <a:defRPr/>
            </a:lvl7pPr>
            <a:lvl8pPr lvl="7" algn="ctr">
              <a:lnSpc>
                <a:spcPct val="95000"/>
              </a:lnSpc>
              <a:spcBef>
                <a:spcPts val="0"/>
              </a:spcBef>
              <a:spcAft>
                <a:spcPts val="0"/>
              </a:spcAft>
              <a:buNone/>
              <a:defRPr/>
            </a:lvl8pPr>
            <a:lvl9pPr lvl="8" algn="ctr">
              <a:lnSpc>
                <a:spcPct val="95000"/>
              </a:lnSpc>
              <a:spcBef>
                <a:spcPts val="0"/>
              </a:spcBef>
              <a:spcAft>
                <a:spcPts val="0"/>
              </a:spcAft>
              <a:buNone/>
              <a:defRPr/>
            </a:lvl9pPr>
          </a:lstStyle>
          <a:p/>
        </p:txBody>
      </p:sp>
      <p:sp>
        <p:nvSpPr>
          <p:cNvPr id="347" name="Google Shape;347;p36"/>
          <p:cNvSpPr txBox="1"/>
          <p:nvPr>
            <p:ph idx="13" type="subTitle"/>
          </p:nvPr>
        </p:nvSpPr>
        <p:spPr>
          <a:xfrm>
            <a:off x="6491425" y="2688550"/>
            <a:ext cx="1124700" cy="533100"/>
          </a:xfrm>
          <a:prstGeom prst="rect">
            <a:avLst/>
          </a:prstGeom>
        </p:spPr>
        <p:txBody>
          <a:bodyPr anchorCtr="0" anchor="ctr" bIns="0" lIns="0" spcFirstLastPara="1" rIns="0" wrap="square" tIns="0">
            <a:noAutofit/>
          </a:bodyPr>
          <a:lstStyle>
            <a:lvl1pPr lvl="0" algn="ctr">
              <a:lnSpc>
                <a:spcPct val="95000"/>
              </a:lnSpc>
              <a:spcBef>
                <a:spcPts val="0"/>
              </a:spcBef>
              <a:spcAft>
                <a:spcPts val="0"/>
              </a:spcAft>
              <a:buNone/>
              <a:defRPr sz="3000">
                <a:solidFill>
                  <a:schemeClr val="dk2"/>
                </a:solidFill>
              </a:defRPr>
            </a:lvl1pPr>
            <a:lvl2pPr lvl="1" algn="ctr">
              <a:lnSpc>
                <a:spcPct val="95000"/>
              </a:lnSpc>
              <a:spcBef>
                <a:spcPts val="0"/>
              </a:spcBef>
              <a:spcAft>
                <a:spcPts val="0"/>
              </a:spcAft>
              <a:buNone/>
              <a:defRPr sz="3000">
                <a:solidFill>
                  <a:schemeClr val="dk2"/>
                </a:solidFill>
              </a:defRPr>
            </a:lvl2pPr>
            <a:lvl3pPr lvl="2" algn="ctr">
              <a:lnSpc>
                <a:spcPct val="95000"/>
              </a:lnSpc>
              <a:spcBef>
                <a:spcPts val="0"/>
              </a:spcBef>
              <a:spcAft>
                <a:spcPts val="0"/>
              </a:spcAft>
              <a:buNone/>
              <a:defRPr sz="3000">
                <a:solidFill>
                  <a:schemeClr val="dk2"/>
                </a:solidFill>
              </a:defRPr>
            </a:lvl3pPr>
            <a:lvl4pPr lvl="3" algn="ctr">
              <a:lnSpc>
                <a:spcPct val="95000"/>
              </a:lnSpc>
              <a:spcBef>
                <a:spcPts val="0"/>
              </a:spcBef>
              <a:spcAft>
                <a:spcPts val="0"/>
              </a:spcAft>
              <a:buNone/>
              <a:defRPr sz="3000">
                <a:solidFill>
                  <a:schemeClr val="dk2"/>
                </a:solidFill>
              </a:defRPr>
            </a:lvl4pPr>
            <a:lvl5pPr lvl="4" algn="ctr">
              <a:lnSpc>
                <a:spcPct val="95000"/>
              </a:lnSpc>
              <a:spcBef>
                <a:spcPts val="0"/>
              </a:spcBef>
              <a:spcAft>
                <a:spcPts val="0"/>
              </a:spcAft>
              <a:buNone/>
              <a:defRPr sz="3000">
                <a:solidFill>
                  <a:schemeClr val="dk2"/>
                </a:solidFill>
              </a:defRPr>
            </a:lvl5pPr>
            <a:lvl6pPr lvl="5" algn="ctr">
              <a:lnSpc>
                <a:spcPct val="95000"/>
              </a:lnSpc>
              <a:spcBef>
                <a:spcPts val="0"/>
              </a:spcBef>
              <a:spcAft>
                <a:spcPts val="0"/>
              </a:spcAft>
              <a:buNone/>
              <a:defRPr sz="3000">
                <a:solidFill>
                  <a:schemeClr val="dk2"/>
                </a:solidFill>
              </a:defRPr>
            </a:lvl6pPr>
            <a:lvl7pPr lvl="6" algn="ctr">
              <a:lnSpc>
                <a:spcPct val="95000"/>
              </a:lnSpc>
              <a:spcBef>
                <a:spcPts val="0"/>
              </a:spcBef>
              <a:spcAft>
                <a:spcPts val="0"/>
              </a:spcAft>
              <a:buNone/>
              <a:defRPr sz="3000">
                <a:solidFill>
                  <a:schemeClr val="dk2"/>
                </a:solidFill>
              </a:defRPr>
            </a:lvl7pPr>
            <a:lvl8pPr lvl="7" algn="ctr">
              <a:lnSpc>
                <a:spcPct val="95000"/>
              </a:lnSpc>
              <a:spcBef>
                <a:spcPts val="0"/>
              </a:spcBef>
              <a:spcAft>
                <a:spcPts val="0"/>
              </a:spcAft>
              <a:buNone/>
              <a:defRPr sz="3000">
                <a:solidFill>
                  <a:schemeClr val="dk2"/>
                </a:solidFill>
              </a:defRPr>
            </a:lvl8pPr>
            <a:lvl9pPr lvl="8" algn="ctr">
              <a:lnSpc>
                <a:spcPct val="95000"/>
              </a:lnSpc>
              <a:spcBef>
                <a:spcPts val="0"/>
              </a:spcBef>
              <a:spcAft>
                <a:spcPts val="0"/>
              </a:spcAft>
              <a:buNone/>
              <a:defRPr sz="3000">
                <a:solidFill>
                  <a:schemeClr val="dk2"/>
                </a:solidFill>
              </a:defRPr>
            </a:lvl9pPr>
          </a:lstStyle>
          <a:p/>
        </p:txBody>
      </p:sp>
      <p:sp>
        <p:nvSpPr>
          <p:cNvPr id="348" name="Google Shape;348;p36"/>
          <p:cNvSpPr txBox="1"/>
          <p:nvPr>
            <p:ph idx="14" type="subTitle"/>
          </p:nvPr>
        </p:nvSpPr>
        <p:spPr>
          <a:xfrm>
            <a:off x="5892775" y="2233425"/>
            <a:ext cx="2228100" cy="533100"/>
          </a:xfrm>
          <a:prstGeom prst="rect">
            <a:avLst/>
          </a:prstGeom>
        </p:spPr>
        <p:txBody>
          <a:bodyPr anchorCtr="0" anchor="ctr" bIns="0" lIns="0" spcFirstLastPara="1" rIns="0" wrap="square" tIns="0">
            <a:noAutofit/>
          </a:bodyPr>
          <a:lstStyle>
            <a:lvl1pPr lvl="0" algn="ctr">
              <a:lnSpc>
                <a:spcPct val="95000"/>
              </a:lnSpc>
              <a:spcBef>
                <a:spcPts val="0"/>
              </a:spcBef>
              <a:spcAft>
                <a:spcPts val="0"/>
              </a:spcAft>
              <a:buNone/>
              <a:defRPr sz="1000"/>
            </a:lvl1pPr>
            <a:lvl2pPr lvl="1" algn="ctr">
              <a:lnSpc>
                <a:spcPct val="95000"/>
              </a:lnSpc>
              <a:spcBef>
                <a:spcPts val="0"/>
              </a:spcBef>
              <a:spcAft>
                <a:spcPts val="0"/>
              </a:spcAft>
              <a:buNone/>
              <a:defRPr sz="1000"/>
            </a:lvl2pPr>
            <a:lvl3pPr lvl="2" algn="ctr">
              <a:lnSpc>
                <a:spcPct val="95000"/>
              </a:lnSpc>
              <a:spcBef>
                <a:spcPts val="0"/>
              </a:spcBef>
              <a:spcAft>
                <a:spcPts val="0"/>
              </a:spcAft>
              <a:buNone/>
              <a:defRPr sz="1000"/>
            </a:lvl3pPr>
            <a:lvl4pPr lvl="3" algn="ctr">
              <a:lnSpc>
                <a:spcPct val="95000"/>
              </a:lnSpc>
              <a:spcBef>
                <a:spcPts val="0"/>
              </a:spcBef>
              <a:spcAft>
                <a:spcPts val="0"/>
              </a:spcAft>
              <a:buNone/>
              <a:defRPr sz="1000"/>
            </a:lvl4pPr>
            <a:lvl5pPr lvl="4" algn="ctr">
              <a:lnSpc>
                <a:spcPct val="95000"/>
              </a:lnSpc>
              <a:spcBef>
                <a:spcPts val="0"/>
              </a:spcBef>
              <a:spcAft>
                <a:spcPts val="0"/>
              </a:spcAft>
              <a:buNone/>
              <a:defRPr sz="1000"/>
            </a:lvl5pPr>
            <a:lvl6pPr lvl="5" algn="ctr">
              <a:lnSpc>
                <a:spcPct val="95000"/>
              </a:lnSpc>
              <a:spcBef>
                <a:spcPts val="0"/>
              </a:spcBef>
              <a:spcAft>
                <a:spcPts val="0"/>
              </a:spcAft>
              <a:buNone/>
              <a:defRPr sz="1000"/>
            </a:lvl6pPr>
            <a:lvl7pPr lvl="6" algn="ctr">
              <a:lnSpc>
                <a:spcPct val="95000"/>
              </a:lnSpc>
              <a:spcBef>
                <a:spcPts val="0"/>
              </a:spcBef>
              <a:spcAft>
                <a:spcPts val="0"/>
              </a:spcAft>
              <a:buNone/>
              <a:defRPr sz="1000"/>
            </a:lvl7pPr>
            <a:lvl8pPr lvl="7" algn="ctr">
              <a:lnSpc>
                <a:spcPct val="95000"/>
              </a:lnSpc>
              <a:spcBef>
                <a:spcPts val="0"/>
              </a:spcBef>
              <a:spcAft>
                <a:spcPts val="0"/>
              </a:spcAft>
              <a:buNone/>
              <a:defRPr sz="1000"/>
            </a:lvl8pPr>
            <a:lvl9pPr lvl="8" algn="ctr">
              <a:lnSpc>
                <a:spcPct val="95000"/>
              </a:lnSpc>
              <a:spcBef>
                <a:spcPts val="0"/>
              </a:spcBef>
              <a:spcAft>
                <a:spcPts val="0"/>
              </a:spcAft>
              <a:buNone/>
              <a:defRPr sz="1000"/>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meline 2">
  <p:cSld name="CUSTOM_8_1_1_1_1_1_1_1_1_1_1_1_1_1_1_1_1_1_1_1_1_1_1_1_1_1_1_1_1_1_1_1_1_1_1_1_1_1">
    <p:spTree>
      <p:nvGrpSpPr>
        <p:cNvPr id="349" name="Shape 349"/>
        <p:cNvGrpSpPr/>
        <p:nvPr/>
      </p:nvGrpSpPr>
      <p:grpSpPr>
        <a:xfrm>
          <a:off x="0" y="0"/>
          <a:ext cx="0" cy="0"/>
          <a:chOff x="0" y="0"/>
          <a:chExt cx="0" cy="0"/>
        </a:xfrm>
      </p:grpSpPr>
      <p:sp>
        <p:nvSpPr>
          <p:cNvPr id="350" name="Google Shape;350;p37"/>
          <p:cNvSpPr/>
          <p:nvPr/>
        </p:nvSpPr>
        <p:spPr>
          <a:xfrm rot="5400000">
            <a:off x="5473500" y="0"/>
            <a:ext cx="3670500" cy="3670500"/>
          </a:xfrm>
          <a:prstGeom prst="rect">
            <a:avLst/>
          </a:prstGeom>
          <a:gradFill>
            <a:gsLst>
              <a:gs pos="0">
                <a:schemeClr val="accent5"/>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351" name="Google Shape;351;p37"/>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352" name="Google Shape;352;p37"/>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353" name="Google Shape;353;p37"/>
          <p:cNvSpPr txBox="1"/>
          <p:nvPr>
            <p:ph idx="3" type="title"/>
          </p:nvPr>
        </p:nvSpPr>
        <p:spPr>
          <a:xfrm>
            <a:off x="228600" y="457200"/>
            <a:ext cx="41604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SzPts val="2000"/>
              <a:buFont typeface="Figtree"/>
              <a:buNone/>
              <a:defRPr sz="2000">
                <a:latin typeface="Figtree"/>
                <a:ea typeface="Figtree"/>
                <a:cs typeface="Figtree"/>
                <a:sym typeface="Figtree"/>
              </a:defRPr>
            </a:lvl2pPr>
            <a:lvl3pPr lvl="2">
              <a:spcBef>
                <a:spcPts val="0"/>
              </a:spcBef>
              <a:spcAft>
                <a:spcPts val="0"/>
              </a:spcAft>
              <a:buSzPts val="2000"/>
              <a:buFont typeface="Figtree"/>
              <a:buNone/>
              <a:defRPr sz="2000">
                <a:latin typeface="Figtree"/>
                <a:ea typeface="Figtree"/>
                <a:cs typeface="Figtree"/>
                <a:sym typeface="Figtree"/>
              </a:defRPr>
            </a:lvl3pPr>
            <a:lvl4pPr lvl="3">
              <a:spcBef>
                <a:spcPts val="0"/>
              </a:spcBef>
              <a:spcAft>
                <a:spcPts val="0"/>
              </a:spcAft>
              <a:buSzPts val="2000"/>
              <a:buFont typeface="Figtree"/>
              <a:buNone/>
              <a:defRPr sz="2000">
                <a:latin typeface="Figtree"/>
                <a:ea typeface="Figtree"/>
                <a:cs typeface="Figtree"/>
                <a:sym typeface="Figtree"/>
              </a:defRPr>
            </a:lvl4pPr>
            <a:lvl5pPr lvl="4">
              <a:spcBef>
                <a:spcPts val="0"/>
              </a:spcBef>
              <a:spcAft>
                <a:spcPts val="0"/>
              </a:spcAft>
              <a:buSzPts val="2000"/>
              <a:buFont typeface="Figtree"/>
              <a:buNone/>
              <a:defRPr sz="2000">
                <a:latin typeface="Figtree"/>
                <a:ea typeface="Figtree"/>
                <a:cs typeface="Figtree"/>
                <a:sym typeface="Figtree"/>
              </a:defRPr>
            </a:lvl5pPr>
            <a:lvl6pPr lvl="5">
              <a:spcBef>
                <a:spcPts val="0"/>
              </a:spcBef>
              <a:spcAft>
                <a:spcPts val="0"/>
              </a:spcAft>
              <a:buSzPts val="2000"/>
              <a:buFont typeface="Figtree"/>
              <a:buNone/>
              <a:defRPr sz="2000">
                <a:latin typeface="Figtree"/>
                <a:ea typeface="Figtree"/>
                <a:cs typeface="Figtree"/>
                <a:sym typeface="Figtree"/>
              </a:defRPr>
            </a:lvl6pPr>
            <a:lvl7pPr lvl="6">
              <a:spcBef>
                <a:spcPts val="0"/>
              </a:spcBef>
              <a:spcAft>
                <a:spcPts val="0"/>
              </a:spcAft>
              <a:buSzPts val="2000"/>
              <a:buFont typeface="Figtree"/>
              <a:buNone/>
              <a:defRPr sz="2000">
                <a:latin typeface="Figtree"/>
                <a:ea typeface="Figtree"/>
                <a:cs typeface="Figtree"/>
                <a:sym typeface="Figtree"/>
              </a:defRPr>
            </a:lvl7pPr>
            <a:lvl8pPr lvl="7">
              <a:spcBef>
                <a:spcPts val="0"/>
              </a:spcBef>
              <a:spcAft>
                <a:spcPts val="0"/>
              </a:spcAft>
              <a:buSzPts val="2000"/>
              <a:buFont typeface="Figtree"/>
              <a:buNone/>
              <a:defRPr sz="2000">
                <a:latin typeface="Figtree"/>
                <a:ea typeface="Figtree"/>
                <a:cs typeface="Figtree"/>
                <a:sym typeface="Figtree"/>
              </a:defRPr>
            </a:lvl8pPr>
            <a:lvl9pPr lvl="8">
              <a:spcBef>
                <a:spcPts val="0"/>
              </a:spcBef>
              <a:spcAft>
                <a:spcPts val="0"/>
              </a:spcAft>
              <a:buSzPts val="2000"/>
              <a:buFont typeface="Figtree"/>
              <a:buNone/>
              <a:defRPr sz="2000">
                <a:latin typeface="Figtree"/>
                <a:ea typeface="Figtree"/>
                <a:cs typeface="Figtree"/>
                <a:sym typeface="Figtree"/>
              </a:defRPr>
            </a:lvl9pPr>
          </a:lstStyle>
          <a:p/>
        </p:txBody>
      </p:sp>
      <p:sp>
        <p:nvSpPr>
          <p:cNvPr id="354" name="Google Shape;354;p37"/>
          <p:cNvSpPr txBox="1"/>
          <p:nvPr>
            <p:ph idx="1" type="subTitle"/>
          </p:nvPr>
        </p:nvSpPr>
        <p:spPr>
          <a:xfrm>
            <a:off x="228600" y="792994"/>
            <a:ext cx="3130200" cy="172200"/>
          </a:xfrm>
          <a:prstGeom prst="rect">
            <a:avLst/>
          </a:prstGeom>
        </p:spPr>
        <p:txBody>
          <a:bodyPr anchorCtr="0" anchor="t" bIns="0" lIns="0" spcFirstLastPara="1" rIns="0" wrap="square" tIns="0">
            <a:noAutofit/>
          </a:bodyPr>
          <a:lstStyle>
            <a:lvl1pPr lvl="0">
              <a:spcBef>
                <a:spcPts val="0"/>
              </a:spcBef>
              <a:spcAft>
                <a:spcPts val="0"/>
              </a:spcAft>
              <a:buNone/>
              <a:defRPr sz="1200">
                <a:latin typeface="Jost"/>
                <a:ea typeface="Jost"/>
                <a:cs typeface="Jost"/>
                <a:sym typeface="Jost"/>
              </a:defRPr>
            </a:lvl1pPr>
            <a:lvl2pPr lvl="1">
              <a:spcBef>
                <a:spcPts val="0"/>
              </a:spcBef>
              <a:spcAft>
                <a:spcPts val="0"/>
              </a:spcAft>
              <a:buNone/>
              <a:defRPr sz="1200">
                <a:latin typeface="Jost"/>
                <a:ea typeface="Jost"/>
                <a:cs typeface="Jost"/>
                <a:sym typeface="Jost"/>
              </a:defRPr>
            </a:lvl2pPr>
            <a:lvl3pPr lvl="2">
              <a:spcBef>
                <a:spcPts val="0"/>
              </a:spcBef>
              <a:spcAft>
                <a:spcPts val="0"/>
              </a:spcAft>
              <a:buNone/>
              <a:defRPr sz="1200">
                <a:latin typeface="Jost"/>
                <a:ea typeface="Jost"/>
                <a:cs typeface="Jost"/>
                <a:sym typeface="Jost"/>
              </a:defRPr>
            </a:lvl3pPr>
            <a:lvl4pPr lvl="3">
              <a:spcBef>
                <a:spcPts val="0"/>
              </a:spcBef>
              <a:spcAft>
                <a:spcPts val="0"/>
              </a:spcAft>
              <a:buNone/>
              <a:defRPr sz="1200">
                <a:latin typeface="Jost"/>
                <a:ea typeface="Jost"/>
                <a:cs typeface="Jost"/>
                <a:sym typeface="Jost"/>
              </a:defRPr>
            </a:lvl4pPr>
            <a:lvl5pPr lvl="4">
              <a:spcBef>
                <a:spcPts val="0"/>
              </a:spcBef>
              <a:spcAft>
                <a:spcPts val="0"/>
              </a:spcAft>
              <a:buNone/>
              <a:defRPr sz="1200">
                <a:latin typeface="Jost"/>
                <a:ea typeface="Jost"/>
                <a:cs typeface="Jost"/>
                <a:sym typeface="Jost"/>
              </a:defRPr>
            </a:lvl5pPr>
            <a:lvl6pPr lvl="5">
              <a:spcBef>
                <a:spcPts val="0"/>
              </a:spcBef>
              <a:spcAft>
                <a:spcPts val="0"/>
              </a:spcAft>
              <a:buNone/>
              <a:defRPr sz="1200">
                <a:latin typeface="Jost"/>
                <a:ea typeface="Jost"/>
                <a:cs typeface="Jost"/>
                <a:sym typeface="Jost"/>
              </a:defRPr>
            </a:lvl6pPr>
            <a:lvl7pPr lvl="6">
              <a:spcBef>
                <a:spcPts val="0"/>
              </a:spcBef>
              <a:spcAft>
                <a:spcPts val="0"/>
              </a:spcAft>
              <a:buNone/>
              <a:defRPr sz="1200">
                <a:latin typeface="Jost"/>
                <a:ea typeface="Jost"/>
                <a:cs typeface="Jost"/>
                <a:sym typeface="Jost"/>
              </a:defRPr>
            </a:lvl7pPr>
            <a:lvl8pPr lvl="7">
              <a:spcBef>
                <a:spcPts val="0"/>
              </a:spcBef>
              <a:spcAft>
                <a:spcPts val="0"/>
              </a:spcAft>
              <a:buNone/>
              <a:defRPr sz="1200">
                <a:latin typeface="Jost"/>
                <a:ea typeface="Jost"/>
                <a:cs typeface="Jost"/>
                <a:sym typeface="Jost"/>
              </a:defRPr>
            </a:lvl8pPr>
            <a:lvl9pPr lvl="8">
              <a:spcBef>
                <a:spcPts val="0"/>
              </a:spcBef>
              <a:spcAft>
                <a:spcPts val="0"/>
              </a:spcAft>
              <a:buNone/>
              <a:defRPr sz="1200">
                <a:latin typeface="Jost"/>
                <a:ea typeface="Jost"/>
                <a:cs typeface="Jost"/>
                <a:sym typeface="Jost"/>
              </a:defRPr>
            </a:lvl9pPr>
          </a:lstStyle>
          <a:p/>
        </p:txBody>
      </p:sp>
      <p:sp>
        <p:nvSpPr>
          <p:cNvPr id="355" name="Google Shape;355;p37"/>
          <p:cNvSpPr txBox="1"/>
          <p:nvPr>
            <p:ph idx="4" type="title"/>
          </p:nvPr>
        </p:nvSpPr>
        <p:spPr>
          <a:xfrm>
            <a:off x="91525" y="1935942"/>
            <a:ext cx="1422300" cy="464700"/>
          </a:xfrm>
          <a:prstGeom prst="rect">
            <a:avLst/>
          </a:prstGeom>
        </p:spPr>
        <p:txBody>
          <a:bodyPr anchorCtr="0" anchor="b" bIns="0" lIns="0" spcFirstLastPara="1" rIns="0" wrap="square" tIns="0">
            <a:spAutoFit/>
          </a:bodyPr>
          <a:lstStyle>
            <a:lvl1pPr lvl="0" algn="ctr">
              <a:lnSpc>
                <a:spcPct val="115000"/>
              </a:lnSpc>
              <a:spcBef>
                <a:spcPts val="0"/>
              </a:spcBef>
              <a:spcAft>
                <a:spcPts val="0"/>
              </a:spcAft>
              <a:buNone/>
              <a:defRPr sz="3600">
                <a:solidFill>
                  <a:schemeClr val="dk2"/>
                </a:solidFill>
              </a:defRPr>
            </a:lvl1pPr>
            <a:lvl2pPr lvl="1"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2pPr>
            <a:lvl3pPr lvl="2"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3pPr>
            <a:lvl4pPr lvl="3"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4pPr>
            <a:lvl5pPr lvl="4"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5pPr>
            <a:lvl6pPr lvl="5"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6pPr>
            <a:lvl7pPr lvl="6"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7pPr>
            <a:lvl8pPr lvl="7"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8pPr>
            <a:lvl9pPr lvl="8"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9pPr>
          </a:lstStyle>
          <a:p/>
        </p:txBody>
      </p:sp>
      <p:sp>
        <p:nvSpPr>
          <p:cNvPr id="356" name="Google Shape;356;p37"/>
          <p:cNvSpPr txBox="1"/>
          <p:nvPr>
            <p:ph idx="5" type="title"/>
          </p:nvPr>
        </p:nvSpPr>
        <p:spPr>
          <a:xfrm>
            <a:off x="2849500" y="1935942"/>
            <a:ext cx="1422300" cy="464700"/>
          </a:xfrm>
          <a:prstGeom prst="rect">
            <a:avLst/>
          </a:prstGeom>
        </p:spPr>
        <p:txBody>
          <a:bodyPr anchorCtr="0" anchor="b" bIns="0" lIns="0" spcFirstLastPara="1" rIns="0" wrap="square" tIns="0">
            <a:spAutoFit/>
          </a:bodyPr>
          <a:lstStyle>
            <a:lvl1pPr lvl="0" algn="ctr">
              <a:lnSpc>
                <a:spcPct val="115000"/>
              </a:lnSpc>
              <a:spcBef>
                <a:spcPts val="0"/>
              </a:spcBef>
              <a:spcAft>
                <a:spcPts val="0"/>
              </a:spcAft>
              <a:buNone/>
              <a:defRPr sz="3600">
                <a:solidFill>
                  <a:schemeClr val="dk2"/>
                </a:solidFill>
              </a:defRPr>
            </a:lvl1pPr>
            <a:lvl2pPr lvl="1"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2pPr>
            <a:lvl3pPr lvl="2"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3pPr>
            <a:lvl4pPr lvl="3"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4pPr>
            <a:lvl5pPr lvl="4"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5pPr>
            <a:lvl6pPr lvl="5"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6pPr>
            <a:lvl7pPr lvl="6"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7pPr>
            <a:lvl8pPr lvl="7"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8pPr>
            <a:lvl9pPr lvl="8"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9pPr>
          </a:lstStyle>
          <a:p/>
        </p:txBody>
      </p:sp>
      <p:sp>
        <p:nvSpPr>
          <p:cNvPr id="357" name="Google Shape;357;p37"/>
          <p:cNvSpPr txBox="1"/>
          <p:nvPr>
            <p:ph idx="6" type="title"/>
          </p:nvPr>
        </p:nvSpPr>
        <p:spPr>
          <a:xfrm>
            <a:off x="4298950" y="1935942"/>
            <a:ext cx="1422300" cy="464700"/>
          </a:xfrm>
          <a:prstGeom prst="rect">
            <a:avLst/>
          </a:prstGeom>
        </p:spPr>
        <p:txBody>
          <a:bodyPr anchorCtr="0" anchor="b" bIns="0" lIns="0" spcFirstLastPara="1" rIns="0" wrap="square" tIns="0">
            <a:spAutoFit/>
          </a:bodyPr>
          <a:lstStyle>
            <a:lvl1pPr lvl="0" algn="ctr">
              <a:lnSpc>
                <a:spcPct val="115000"/>
              </a:lnSpc>
              <a:spcBef>
                <a:spcPts val="0"/>
              </a:spcBef>
              <a:spcAft>
                <a:spcPts val="0"/>
              </a:spcAft>
              <a:buNone/>
              <a:defRPr sz="3600">
                <a:solidFill>
                  <a:schemeClr val="dk2"/>
                </a:solidFill>
              </a:defRPr>
            </a:lvl1pPr>
            <a:lvl2pPr lvl="1"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2pPr>
            <a:lvl3pPr lvl="2"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3pPr>
            <a:lvl4pPr lvl="3"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4pPr>
            <a:lvl5pPr lvl="4"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5pPr>
            <a:lvl6pPr lvl="5"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6pPr>
            <a:lvl7pPr lvl="6"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7pPr>
            <a:lvl8pPr lvl="7"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8pPr>
            <a:lvl9pPr lvl="8"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9pPr>
          </a:lstStyle>
          <a:p/>
        </p:txBody>
      </p:sp>
      <p:sp>
        <p:nvSpPr>
          <p:cNvPr id="358" name="Google Shape;358;p37"/>
          <p:cNvSpPr txBox="1"/>
          <p:nvPr>
            <p:ph idx="7" type="title"/>
          </p:nvPr>
        </p:nvSpPr>
        <p:spPr>
          <a:xfrm>
            <a:off x="7298500" y="1935942"/>
            <a:ext cx="1422300" cy="464700"/>
          </a:xfrm>
          <a:prstGeom prst="rect">
            <a:avLst/>
          </a:prstGeom>
        </p:spPr>
        <p:txBody>
          <a:bodyPr anchorCtr="0" anchor="b" bIns="0" lIns="0" spcFirstLastPara="1" rIns="0" wrap="square" tIns="0">
            <a:spAutoFit/>
          </a:bodyPr>
          <a:lstStyle>
            <a:lvl1pPr lvl="0" algn="ctr">
              <a:lnSpc>
                <a:spcPct val="115000"/>
              </a:lnSpc>
              <a:spcBef>
                <a:spcPts val="0"/>
              </a:spcBef>
              <a:spcAft>
                <a:spcPts val="0"/>
              </a:spcAft>
              <a:buNone/>
              <a:defRPr sz="3600">
                <a:solidFill>
                  <a:schemeClr val="dk2"/>
                </a:solidFill>
              </a:defRPr>
            </a:lvl1pPr>
            <a:lvl2pPr lvl="1"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2pPr>
            <a:lvl3pPr lvl="2"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3pPr>
            <a:lvl4pPr lvl="3"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4pPr>
            <a:lvl5pPr lvl="4"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5pPr>
            <a:lvl6pPr lvl="5"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6pPr>
            <a:lvl7pPr lvl="6"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7pPr>
            <a:lvl8pPr lvl="7"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8pPr>
            <a:lvl9pPr lvl="8"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9pPr>
          </a:lstStyle>
          <a:p/>
        </p:txBody>
      </p:sp>
      <p:sp>
        <p:nvSpPr>
          <p:cNvPr id="359" name="Google Shape;359;p37"/>
          <p:cNvSpPr txBox="1"/>
          <p:nvPr>
            <p:ph idx="8" type="subTitle"/>
          </p:nvPr>
        </p:nvSpPr>
        <p:spPr>
          <a:xfrm>
            <a:off x="442900" y="3172725"/>
            <a:ext cx="1289400" cy="226200"/>
          </a:xfrm>
          <a:prstGeom prst="rect">
            <a:avLst/>
          </a:prstGeom>
        </p:spPr>
        <p:txBody>
          <a:bodyPr anchorCtr="0" anchor="t" bIns="0" lIns="0" spcFirstLastPara="1" rIns="0" wrap="square" tIns="0">
            <a:noAutofit/>
          </a:bodyPr>
          <a:lstStyle>
            <a:lvl1pPr lvl="0">
              <a:spcBef>
                <a:spcPts val="0"/>
              </a:spcBef>
              <a:spcAft>
                <a:spcPts val="0"/>
              </a:spcAft>
              <a:buNone/>
              <a:defRPr>
                <a:latin typeface="Figtree Light"/>
                <a:ea typeface="Figtree Light"/>
                <a:cs typeface="Figtree Light"/>
                <a:sym typeface="Figtree Light"/>
              </a:defRPr>
            </a:lvl1pPr>
            <a:lvl2pPr lvl="1">
              <a:spcBef>
                <a:spcPts val="0"/>
              </a:spcBef>
              <a:spcAft>
                <a:spcPts val="0"/>
              </a:spcAft>
              <a:buNone/>
              <a:defRPr>
                <a:latin typeface="Figtree Light"/>
                <a:ea typeface="Figtree Light"/>
                <a:cs typeface="Figtree Light"/>
                <a:sym typeface="Figtree Light"/>
              </a:defRPr>
            </a:lvl2pPr>
            <a:lvl3pPr lvl="2">
              <a:spcBef>
                <a:spcPts val="0"/>
              </a:spcBef>
              <a:spcAft>
                <a:spcPts val="0"/>
              </a:spcAft>
              <a:buNone/>
              <a:defRPr>
                <a:latin typeface="Figtree Light"/>
                <a:ea typeface="Figtree Light"/>
                <a:cs typeface="Figtree Light"/>
                <a:sym typeface="Figtree Light"/>
              </a:defRPr>
            </a:lvl3pPr>
            <a:lvl4pPr lvl="3">
              <a:spcBef>
                <a:spcPts val="0"/>
              </a:spcBef>
              <a:spcAft>
                <a:spcPts val="0"/>
              </a:spcAft>
              <a:buNone/>
              <a:defRPr>
                <a:latin typeface="Figtree Light"/>
                <a:ea typeface="Figtree Light"/>
                <a:cs typeface="Figtree Light"/>
                <a:sym typeface="Figtree Light"/>
              </a:defRPr>
            </a:lvl4pPr>
            <a:lvl5pPr lvl="4">
              <a:spcBef>
                <a:spcPts val="0"/>
              </a:spcBef>
              <a:spcAft>
                <a:spcPts val="0"/>
              </a:spcAft>
              <a:buNone/>
              <a:defRPr>
                <a:latin typeface="Figtree Light"/>
                <a:ea typeface="Figtree Light"/>
                <a:cs typeface="Figtree Light"/>
                <a:sym typeface="Figtree Light"/>
              </a:defRPr>
            </a:lvl5pPr>
            <a:lvl6pPr lvl="5">
              <a:spcBef>
                <a:spcPts val="0"/>
              </a:spcBef>
              <a:spcAft>
                <a:spcPts val="0"/>
              </a:spcAft>
              <a:buNone/>
              <a:defRPr>
                <a:latin typeface="Figtree Light"/>
                <a:ea typeface="Figtree Light"/>
                <a:cs typeface="Figtree Light"/>
                <a:sym typeface="Figtree Light"/>
              </a:defRPr>
            </a:lvl6pPr>
            <a:lvl7pPr lvl="6">
              <a:spcBef>
                <a:spcPts val="0"/>
              </a:spcBef>
              <a:spcAft>
                <a:spcPts val="0"/>
              </a:spcAft>
              <a:buNone/>
              <a:defRPr>
                <a:latin typeface="Figtree Light"/>
                <a:ea typeface="Figtree Light"/>
                <a:cs typeface="Figtree Light"/>
                <a:sym typeface="Figtree Light"/>
              </a:defRPr>
            </a:lvl7pPr>
            <a:lvl8pPr lvl="7">
              <a:spcBef>
                <a:spcPts val="0"/>
              </a:spcBef>
              <a:spcAft>
                <a:spcPts val="0"/>
              </a:spcAft>
              <a:buNone/>
              <a:defRPr>
                <a:latin typeface="Figtree Light"/>
                <a:ea typeface="Figtree Light"/>
                <a:cs typeface="Figtree Light"/>
                <a:sym typeface="Figtree Light"/>
              </a:defRPr>
            </a:lvl8pPr>
            <a:lvl9pPr lvl="8">
              <a:spcBef>
                <a:spcPts val="0"/>
              </a:spcBef>
              <a:spcAft>
                <a:spcPts val="0"/>
              </a:spcAft>
              <a:buNone/>
              <a:defRPr>
                <a:latin typeface="Figtree Light"/>
                <a:ea typeface="Figtree Light"/>
                <a:cs typeface="Figtree Light"/>
                <a:sym typeface="Figtree Light"/>
              </a:defRPr>
            </a:lvl9pPr>
          </a:lstStyle>
          <a:p/>
        </p:txBody>
      </p:sp>
      <p:sp>
        <p:nvSpPr>
          <p:cNvPr id="360" name="Google Shape;360;p37"/>
          <p:cNvSpPr txBox="1"/>
          <p:nvPr>
            <p:ph idx="9" type="subTitle"/>
          </p:nvPr>
        </p:nvSpPr>
        <p:spPr>
          <a:xfrm>
            <a:off x="442900" y="3418396"/>
            <a:ext cx="1289400" cy="1254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3"/>
                </a:solidFill>
                <a:latin typeface="Jost"/>
                <a:ea typeface="Jost"/>
                <a:cs typeface="Jost"/>
                <a:sym typeface="Jost"/>
              </a:defRPr>
            </a:lvl1pPr>
            <a:lvl2pPr lvl="1">
              <a:spcBef>
                <a:spcPts val="0"/>
              </a:spcBef>
              <a:spcAft>
                <a:spcPts val="0"/>
              </a:spcAft>
              <a:buNone/>
              <a:defRPr sz="900">
                <a:solidFill>
                  <a:schemeClr val="accent3"/>
                </a:solidFill>
                <a:latin typeface="Jost"/>
                <a:ea typeface="Jost"/>
                <a:cs typeface="Jost"/>
                <a:sym typeface="Jost"/>
              </a:defRPr>
            </a:lvl2pPr>
            <a:lvl3pPr lvl="2">
              <a:spcBef>
                <a:spcPts val="0"/>
              </a:spcBef>
              <a:spcAft>
                <a:spcPts val="0"/>
              </a:spcAft>
              <a:buNone/>
              <a:defRPr sz="900">
                <a:solidFill>
                  <a:schemeClr val="accent3"/>
                </a:solidFill>
                <a:latin typeface="Jost"/>
                <a:ea typeface="Jost"/>
                <a:cs typeface="Jost"/>
                <a:sym typeface="Jost"/>
              </a:defRPr>
            </a:lvl3pPr>
            <a:lvl4pPr lvl="3">
              <a:spcBef>
                <a:spcPts val="0"/>
              </a:spcBef>
              <a:spcAft>
                <a:spcPts val="0"/>
              </a:spcAft>
              <a:buNone/>
              <a:defRPr sz="900">
                <a:solidFill>
                  <a:schemeClr val="accent3"/>
                </a:solidFill>
                <a:latin typeface="Jost"/>
                <a:ea typeface="Jost"/>
                <a:cs typeface="Jost"/>
                <a:sym typeface="Jost"/>
              </a:defRPr>
            </a:lvl4pPr>
            <a:lvl5pPr lvl="4">
              <a:spcBef>
                <a:spcPts val="0"/>
              </a:spcBef>
              <a:spcAft>
                <a:spcPts val="0"/>
              </a:spcAft>
              <a:buNone/>
              <a:defRPr sz="900">
                <a:solidFill>
                  <a:schemeClr val="accent3"/>
                </a:solidFill>
                <a:latin typeface="Jost"/>
                <a:ea typeface="Jost"/>
                <a:cs typeface="Jost"/>
                <a:sym typeface="Jost"/>
              </a:defRPr>
            </a:lvl5pPr>
            <a:lvl6pPr lvl="5">
              <a:spcBef>
                <a:spcPts val="0"/>
              </a:spcBef>
              <a:spcAft>
                <a:spcPts val="0"/>
              </a:spcAft>
              <a:buNone/>
              <a:defRPr sz="900">
                <a:solidFill>
                  <a:schemeClr val="accent3"/>
                </a:solidFill>
                <a:latin typeface="Jost"/>
                <a:ea typeface="Jost"/>
                <a:cs typeface="Jost"/>
                <a:sym typeface="Jost"/>
              </a:defRPr>
            </a:lvl6pPr>
            <a:lvl7pPr lvl="6">
              <a:spcBef>
                <a:spcPts val="0"/>
              </a:spcBef>
              <a:spcAft>
                <a:spcPts val="0"/>
              </a:spcAft>
              <a:buNone/>
              <a:defRPr sz="900">
                <a:solidFill>
                  <a:schemeClr val="accent3"/>
                </a:solidFill>
                <a:latin typeface="Jost"/>
                <a:ea typeface="Jost"/>
                <a:cs typeface="Jost"/>
                <a:sym typeface="Jost"/>
              </a:defRPr>
            </a:lvl7pPr>
            <a:lvl8pPr lvl="7">
              <a:spcBef>
                <a:spcPts val="0"/>
              </a:spcBef>
              <a:spcAft>
                <a:spcPts val="0"/>
              </a:spcAft>
              <a:buNone/>
              <a:defRPr sz="900">
                <a:solidFill>
                  <a:schemeClr val="accent3"/>
                </a:solidFill>
                <a:latin typeface="Jost"/>
                <a:ea typeface="Jost"/>
                <a:cs typeface="Jost"/>
                <a:sym typeface="Jost"/>
              </a:defRPr>
            </a:lvl8pPr>
            <a:lvl9pPr lvl="8">
              <a:spcBef>
                <a:spcPts val="0"/>
              </a:spcBef>
              <a:spcAft>
                <a:spcPts val="0"/>
              </a:spcAft>
              <a:buNone/>
              <a:defRPr sz="900">
                <a:solidFill>
                  <a:schemeClr val="accent3"/>
                </a:solidFill>
                <a:latin typeface="Jost"/>
                <a:ea typeface="Jost"/>
                <a:cs typeface="Jost"/>
                <a:sym typeface="Jost"/>
              </a:defRPr>
            </a:lvl9pPr>
          </a:lstStyle>
          <a:p/>
        </p:txBody>
      </p:sp>
      <p:sp>
        <p:nvSpPr>
          <p:cNvPr id="361" name="Google Shape;361;p37"/>
          <p:cNvSpPr txBox="1"/>
          <p:nvPr>
            <p:ph idx="13" type="body"/>
          </p:nvPr>
        </p:nvSpPr>
        <p:spPr>
          <a:xfrm>
            <a:off x="442898" y="3850550"/>
            <a:ext cx="1289400" cy="714000"/>
          </a:xfrm>
          <a:prstGeom prst="rect">
            <a:avLst/>
          </a:prstGeom>
        </p:spPr>
        <p:txBody>
          <a:bodyPr anchorCtr="0" anchor="t" bIns="0" lIns="0" spcFirstLastPara="1" rIns="0" wrap="square" tIns="0">
            <a:noAutofit/>
          </a:bodyPr>
          <a:lstStyle>
            <a:lvl1pPr indent="-285750" lvl="0" marL="457200">
              <a:spcBef>
                <a:spcPts val="0"/>
              </a:spcBef>
              <a:spcAft>
                <a:spcPts val="0"/>
              </a:spcAft>
              <a:buClr>
                <a:schemeClr val="dk1"/>
              </a:buClr>
              <a:buSzPts val="900"/>
              <a:buFont typeface="Jost Light"/>
              <a:buChar char="●"/>
              <a:defRPr sz="900">
                <a:latin typeface="Jost Light"/>
                <a:ea typeface="Jost Light"/>
                <a:cs typeface="Jost Light"/>
                <a:sym typeface="Jost Light"/>
              </a:defRPr>
            </a:lvl1pPr>
            <a:lvl2pPr indent="-285750" lvl="1" marL="914400">
              <a:spcBef>
                <a:spcPts val="0"/>
              </a:spcBef>
              <a:spcAft>
                <a:spcPts val="0"/>
              </a:spcAft>
              <a:buClr>
                <a:schemeClr val="dk1"/>
              </a:buClr>
              <a:buSzPts val="900"/>
              <a:buFont typeface="Jost Light"/>
              <a:buChar char="○"/>
              <a:defRPr sz="900">
                <a:latin typeface="Jost Light"/>
                <a:ea typeface="Jost Light"/>
                <a:cs typeface="Jost Light"/>
                <a:sym typeface="Jost Light"/>
              </a:defRPr>
            </a:lvl2pPr>
            <a:lvl3pPr indent="-285750" lvl="2" marL="1371600">
              <a:spcBef>
                <a:spcPts val="0"/>
              </a:spcBef>
              <a:spcAft>
                <a:spcPts val="0"/>
              </a:spcAft>
              <a:buClr>
                <a:schemeClr val="dk1"/>
              </a:buClr>
              <a:buSzPts val="900"/>
              <a:buFont typeface="Jost Light"/>
              <a:buChar char="■"/>
              <a:defRPr sz="900">
                <a:latin typeface="Jost Light"/>
                <a:ea typeface="Jost Light"/>
                <a:cs typeface="Jost Light"/>
                <a:sym typeface="Jost Light"/>
              </a:defRPr>
            </a:lvl3pPr>
            <a:lvl4pPr indent="-285750" lvl="3" marL="1828800">
              <a:spcBef>
                <a:spcPts val="0"/>
              </a:spcBef>
              <a:spcAft>
                <a:spcPts val="0"/>
              </a:spcAft>
              <a:buClr>
                <a:schemeClr val="dk1"/>
              </a:buClr>
              <a:buSzPts val="900"/>
              <a:buFont typeface="Jost Light"/>
              <a:buChar char="●"/>
              <a:defRPr sz="900">
                <a:latin typeface="Jost Light"/>
                <a:ea typeface="Jost Light"/>
                <a:cs typeface="Jost Light"/>
                <a:sym typeface="Jost Light"/>
              </a:defRPr>
            </a:lvl4pPr>
            <a:lvl5pPr indent="-285750" lvl="4" marL="2286000">
              <a:spcBef>
                <a:spcPts val="0"/>
              </a:spcBef>
              <a:spcAft>
                <a:spcPts val="0"/>
              </a:spcAft>
              <a:buClr>
                <a:schemeClr val="dk1"/>
              </a:buClr>
              <a:buSzPts val="900"/>
              <a:buFont typeface="Jost Light"/>
              <a:buChar char="○"/>
              <a:defRPr sz="900">
                <a:latin typeface="Jost Light"/>
                <a:ea typeface="Jost Light"/>
                <a:cs typeface="Jost Light"/>
                <a:sym typeface="Jost Light"/>
              </a:defRPr>
            </a:lvl5pPr>
            <a:lvl6pPr indent="-285750" lvl="5" marL="2743200">
              <a:spcBef>
                <a:spcPts val="0"/>
              </a:spcBef>
              <a:spcAft>
                <a:spcPts val="0"/>
              </a:spcAft>
              <a:buClr>
                <a:schemeClr val="dk1"/>
              </a:buClr>
              <a:buSzPts val="900"/>
              <a:buFont typeface="Jost Light"/>
              <a:buChar char="■"/>
              <a:defRPr sz="900">
                <a:latin typeface="Jost Light"/>
                <a:ea typeface="Jost Light"/>
                <a:cs typeface="Jost Light"/>
                <a:sym typeface="Jost Light"/>
              </a:defRPr>
            </a:lvl6pPr>
            <a:lvl7pPr indent="-285750" lvl="6" marL="3200400">
              <a:spcBef>
                <a:spcPts val="0"/>
              </a:spcBef>
              <a:spcAft>
                <a:spcPts val="0"/>
              </a:spcAft>
              <a:buClr>
                <a:schemeClr val="dk1"/>
              </a:buClr>
              <a:buSzPts val="900"/>
              <a:buFont typeface="Jost Light"/>
              <a:buChar char="●"/>
              <a:defRPr sz="900">
                <a:latin typeface="Jost Light"/>
                <a:ea typeface="Jost Light"/>
                <a:cs typeface="Jost Light"/>
                <a:sym typeface="Jost Light"/>
              </a:defRPr>
            </a:lvl7pPr>
            <a:lvl8pPr indent="-285750" lvl="7" marL="3657600">
              <a:spcBef>
                <a:spcPts val="0"/>
              </a:spcBef>
              <a:spcAft>
                <a:spcPts val="0"/>
              </a:spcAft>
              <a:buClr>
                <a:schemeClr val="dk1"/>
              </a:buClr>
              <a:buSzPts val="900"/>
              <a:buFont typeface="Jost Light"/>
              <a:buChar char="○"/>
              <a:defRPr sz="900">
                <a:latin typeface="Jost Light"/>
                <a:ea typeface="Jost Light"/>
                <a:cs typeface="Jost Light"/>
                <a:sym typeface="Jost Light"/>
              </a:defRPr>
            </a:lvl8pPr>
            <a:lvl9pPr indent="-285750" lvl="8" marL="4114800">
              <a:spcBef>
                <a:spcPts val="0"/>
              </a:spcBef>
              <a:spcAft>
                <a:spcPts val="0"/>
              </a:spcAft>
              <a:buClr>
                <a:schemeClr val="dk1"/>
              </a:buClr>
              <a:buSzPts val="900"/>
              <a:buFont typeface="Jost Light"/>
              <a:buChar char="■"/>
              <a:defRPr sz="900">
                <a:latin typeface="Jost Light"/>
                <a:ea typeface="Jost Light"/>
                <a:cs typeface="Jost Light"/>
                <a:sym typeface="Jost Light"/>
              </a:defRPr>
            </a:lvl9pPr>
          </a:lstStyle>
          <a:p/>
        </p:txBody>
      </p:sp>
      <p:sp>
        <p:nvSpPr>
          <p:cNvPr id="362" name="Google Shape;362;p37"/>
          <p:cNvSpPr txBox="1"/>
          <p:nvPr>
            <p:ph idx="14" type="subTitle"/>
          </p:nvPr>
        </p:nvSpPr>
        <p:spPr>
          <a:xfrm>
            <a:off x="3201413" y="3173750"/>
            <a:ext cx="1289400" cy="226200"/>
          </a:xfrm>
          <a:prstGeom prst="rect">
            <a:avLst/>
          </a:prstGeom>
        </p:spPr>
        <p:txBody>
          <a:bodyPr anchorCtr="0" anchor="t" bIns="0" lIns="0" spcFirstLastPara="1" rIns="0" wrap="square" tIns="0">
            <a:noAutofit/>
          </a:bodyPr>
          <a:lstStyle>
            <a:lvl1pPr lvl="0">
              <a:spcBef>
                <a:spcPts val="0"/>
              </a:spcBef>
              <a:spcAft>
                <a:spcPts val="0"/>
              </a:spcAft>
              <a:buNone/>
              <a:defRPr>
                <a:latin typeface="Figtree Light"/>
                <a:ea typeface="Figtree Light"/>
                <a:cs typeface="Figtree Light"/>
                <a:sym typeface="Figtree Light"/>
              </a:defRPr>
            </a:lvl1pPr>
            <a:lvl2pPr lvl="1">
              <a:spcBef>
                <a:spcPts val="0"/>
              </a:spcBef>
              <a:spcAft>
                <a:spcPts val="0"/>
              </a:spcAft>
              <a:buNone/>
              <a:defRPr>
                <a:latin typeface="Figtree Light"/>
                <a:ea typeface="Figtree Light"/>
                <a:cs typeface="Figtree Light"/>
                <a:sym typeface="Figtree Light"/>
              </a:defRPr>
            </a:lvl2pPr>
            <a:lvl3pPr lvl="2">
              <a:spcBef>
                <a:spcPts val="0"/>
              </a:spcBef>
              <a:spcAft>
                <a:spcPts val="0"/>
              </a:spcAft>
              <a:buNone/>
              <a:defRPr>
                <a:latin typeface="Figtree Light"/>
                <a:ea typeface="Figtree Light"/>
                <a:cs typeface="Figtree Light"/>
                <a:sym typeface="Figtree Light"/>
              </a:defRPr>
            </a:lvl3pPr>
            <a:lvl4pPr lvl="3">
              <a:spcBef>
                <a:spcPts val="0"/>
              </a:spcBef>
              <a:spcAft>
                <a:spcPts val="0"/>
              </a:spcAft>
              <a:buNone/>
              <a:defRPr>
                <a:latin typeface="Figtree Light"/>
                <a:ea typeface="Figtree Light"/>
                <a:cs typeface="Figtree Light"/>
                <a:sym typeface="Figtree Light"/>
              </a:defRPr>
            </a:lvl4pPr>
            <a:lvl5pPr lvl="4">
              <a:spcBef>
                <a:spcPts val="0"/>
              </a:spcBef>
              <a:spcAft>
                <a:spcPts val="0"/>
              </a:spcAft>
              <a:buNone/>
              <a:defRPr>
                <a:latin typeface="Figtree Light"/>
                <a:ea typeface="Figtree Light"/>
                <a:cs typeface="Figtree Light"/>
                <a:sym typeface="Figtree Light"/>
              </a:defRPr>
            </a:lvl5pPr>
            <a:lvl6pPr lvl="5">
              <a:spcBef>
                <a:spcPts val="0"/>
              </a:spcBef>
              <a:spcAft>
                <a:spcPts val="0"/>
              </a:spcAft>
              <a:buNone/>
              <a:defRPr>
                <a:latin typeface="Figtree Light"/>
                <a:ea typeface="Figtree Light"/>
                <a:cs typeface="Figtree Light"/>
                <a:sym typeface="Figtree Light"/>
              </a:defRPr>
            </a:lvl6pPr>
            <a:lvl7pPr lvl="6">
              <a:spcBef>
                <a:spcPts val="0"/>
              </a:spcBef>
              <a:spcAft>
                <a:spcPts val="0"/>
              </a:spcAft>
              <a:buNone/>
              <a:defRPr>
                <a:latin typeface="Figtree Light"/>
                <a:ea typeface="Figtree Light"/>
                <a:cs typeface="Figtree Light"/>
                <a:sym typeface="Figtree Light"/>
              </a:defRPr>
            </a:lvl7pPr>
            <a:lvl8pPr lvl="7">
              <a:spcBef>
                <a:spcPts val="0"/>
              </a:spcBef>
              <a:spcAft>
                <a:spcPts val="0"/>
              </a:spcAft>
              <a:buNone/>
              <a:defRPr>
                <a:latin typeface="Figtree Light"/>
                <a:ea typeface="Figtree Light"/>
                <a:cs typeface="Figtree Light"/>
                <a:sym typeface="Figtree Light"/>
              </a:defRPr>
            </a:lvl8pPr>
            <a:lvl9pPr lvl="8">
              <a:spcBef>
                <a:spcPts val="0"/>
              </a:spcBef>
              <a:spcAft>
                <a:spcPts val="0"/>
              </a:spcAft>
              <a:buNone/>
              <a:defRPr>
                <a:latin typeface="Figtree Light"/>
                <a:ea typeface="Figtree Light"/>
                <a:cs typeface="Figtree Light"/>
                <a:sym typeface="Figtree Light"/>
              </a:defRPr>
            </a:lvl9pPr>
          </a:lstStyle>
          <a:p/>
        </p:txBody>
      </p:sp>
      <p:sp>
        <p:nvSpPr>
          <p:cNvPr id="363" name="Google Shape;363;p37"/>
          <p:cNvSpPr txBox="1"/>
          <p:nvPr>
            <p:ph idx="15" type="subTitle"/>
          </p:nvPr>
        </p:nvSpPr>
        <p:spPr>
          <a:xfrm>
            <a:off x="3201413" y="3419421"/>
            <a:ext cx="1289400" cy="1254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3"/>
                </a:solidFill>
                <a:latin typeface="Jost"/>
                <a:ea typeface="Jost"/>
                <a:cs typeface="Jost"/>
                <a:sym typeface="Jost"/>
              </a:defRPr>
            </a:lvl1pPr>
            <a:lvl2pPr lvl="1">
              <a:spcBef>
                <a:spcPts val="0"/>
              </a:spcBef>
              <a:spcAft>
                <a:spcPts val="0"/>
              </a:spcAft>
              <a:buNone/>
              <a:defRPr sz="900">
                <a:solidFill>
                  <a:schemeClr val="accent3"/>
                </a:solidFill>
                <a:latin typeface="Jost"/>
                <a:ea typeface="Jost"/>
                <a:cs typeface="Jost"/>
                <a:sym typeface="Jost"/>
              </a:defRPr>
            </a:lvl2pPr>
            <a:lvl3pPr lvl="2">
              <a:spcBef>
                <a:spcPts val="0"/>
              </a:spcBef>
              <a:spcAft>
                <a:spcPts val="0"/>
              </a:spcAft>
              <a:buNone/>
              <a:defRPr sz="900">
                <a:solidFill>
                  <a:schemeClr val="accent3"/>
                </a:solidFill>
                <a:latin typeface="Jost"/>
                <a:ea typeface="Jost"/>
                <a:cs typeface="Jost"/>
                <a:sym typeface="Jost"/>
              </a:defRPr>
            </a:lvl3pPr>
            <a:lvl4pPr lvl="3">
              <a:spcBef>
                <a:spcPts val="0"/>
              </a:spcBef>
              <a:spcAft>
                <a:spcPts val="0"/>
              </a:spcAft>
              <a:buNone/>
              <a:defRPr sz="900">
                <a:solidFill>
                  <a:schemeClr val="accent3"/>
                </a:solidFill>
                <a:latin typeface="Jost"/>
                <a:ea typeface="Jost"/>
                <a:cs typeface="Jost"/>
                <a:sym typeface="Jost"/>
              </a:defRPr>
            </a:lvl4pPr>
            <a:lvl5pPr lvl="4">
              <a:spcBef>
                <a:spcPts val="0"/>
              </a:spcBef>
              <a:spcAft>
                <a:spcPts val="0"/>
              </a:spcAft>
              <a:buNone/>
              <a:defRPr sz="900">
                <a:solidFill>
                  <a:schemeClr val="accent3"/>
                </a:solidFill>
                <a:latin typeface="Jost"/>
                <a:ea typeface="Jost"/>
                <a:cs typeface="Jost"/>
                <a:sym typeface="Jost"/>
              </a:defRPr>
            </a:lvl5pPr>
            <a:lvl6pPr lvl="5">
              <a:spcBef>
                <a:spcPts val="0"/>
              </a:spcBef>
              <a:spcAft>
                <a:spcPts val="0"/>
              </a:spcAft>
              <a:buNone/>
              <a:defRPr sz="900">
                <a:solidFill>
                  <a:schemeClr val="accent3"/>
                </a:solidFill>
                <a:latin typeface="Jost"/>
                <a:ea typeface="Jost"/>
                <a:cs typeface="Jost"/>
                <a:sym typeface="Jost"/>
              </a:defRPr>
            </a:lvl6pPr>
            <a:lvl7pPr lvl="6">
              <a:spcBef>
                <a:spcPts val="0"/>
              </a:spcBef>
              <a:spcAft>
                <a:spcPts val="0"/>
              </a:spcAft>
              <a:buNone/>
              <a:defRPr sz="900">
                <a:solidFill>
                  <a:schemeClr val="accent3"/>
                </a:solidFill>
                <a:latin typeface="Jost"/>
                <a:ea typeface="Jost"/>
                <a:cs typeface="Jost"/>
                <a:sym typeface="Jost"/>
              </a:defRPr>
            </a:lvl7pPr>
            <a:lvl8pPr lvl="7">
              <a:spcBef>
                <a:spcPts val="0"/>
              </a:spcBef>
              <a:spcAft>
                <a:spcPts val="0"/>
              </a:spcAft>
              <a:buNone/>
              <a:defRPr sz="900">
                <a:solidFill>
                  <a:schemeClr val="accent3"/>
                </a:solidFill>
                <a:latin typeface="Jost"/>
                <a:ea typeface="Jost"/>
                <a:cs typeface="Jost"/>
                <a:sym typeface="Jost"/>
              </a:defRPr>
            </a:lvl8pPr>
            <a:lvl9pPr lvl="8">
              <a:spcBef>
                <a:spcPts val="0"/>
              </a:spcBef>
              <a:spcAft>
                <a:spcPts val="0"/>
              </a:spcAft>
              <a:buNone/>
              <a:defRPr sz="900">
                <a:solidFill>
                  <a:schemeClr val="accent3"/>
                </a:solidFill>
                <a:latin typeface="Jost"/>
                <a:ea typeface="Jost"/>
                <a:cs typeface="Jost"/>
                <a:sym typeface="Jost"/>
              </a:defRPr>
            </a:lvl9pPr>
          </a:lstStyle>
          <a:p/>
        </p:txBody>
      </p:sp>
      <p:sp>
        <p:nvSpPr>
          <p:cNvPr id="364" name="Google Shape;364;p37"/>
          <p:cNvSpPr txBox="1"/>
          <p:nvPr>
            <p:ph idx="16" type="body"/>
          </p:nvPr>
        </p:nvSpPr>
        <p:spPr>
          <a:xfrm>
            <a:off x="3201411" y="3851575"/>
            <a:ext cx="1289400" cy="714000"/>
          </a:xfrm>
          <a:prstGeom prst="rect">
            <a:avLst/>
          </a:prstGeom>
        </p:spPr>
        <p:txBody>
          <a:bodyPr anchorCtr="0" anchor="t" bIns="0" lIns="0" spcFirstLastPara="1" rIns="0" wrap="square" tIns="0">
            <a:noAutofit/>
          </a:bodyPr>
          <a:lstStyle>
            <a:lvl1pPr indent="-285750" lvl="0" marL="457200">
              <a:spcBef>
                <a:spcPts val="0"/>
              </a:spcBef>
              <a:spcAft>
                <a:spcPts val="0"/>
              </a:spcAft>
              <a:buClr>
                <a:schemeClr val="dk1"/>
              </a:buClr>
              <a:buSzPts val="900"/>
              <a:buFont typeface="Jost Light"/>
              <a:buChar char="●"/>
              <a:defRPr sz="900">
                <a:latin typeface="Jost Light"/>
                <a:ea typeface="Jost Light"/>
                <a:cs typeface="Jost Light"/>
                <a:sym typeface="Jost Light"/>
              </a:defRPr>
            </a:lvl1pPr>
            <a:lvl2pPr indent="-285750" lvl="1" marL="914400">
              <a:spcBef>
                <a:spcPts val="0"/>
              </a:spcBef>
              <a:spcAft>
                <a:spcPts val="0"/>
              </a:spcAft>
              <a:buClr>
                <a:schemeClr val="dk1"/>
              </a:buClr>
              <a:buSzPts val="900"/>
              <a:buFont typeface="Jost Light"/>
              <a:buChar char="○"/>
              <a:defRPr sz="900">
                <a:latin typeface="Jost Light"/>
                <a:ea typeface="Jost Light"/>
                <a:cs typeface="Jost Light"/>
                <a:sym typeface="Jost Light"/>
              </a:defRPr>
            </a:lvl2pPr>
            <a:lvl3pPr indent="-285750" lvl="2" marL="1371600">
              <a:spcBef>
                <a:spcPts val="0"/>
              </a:spcBef>
              <a:spcAft>
                <a:spcPts val="0"/>
              </a:spcAft>
              <a:buClr>
                <a:schemeClr val="dk1"/>
              </a:buClr>
              <a:buSzPts val="900"/>
              <a:buFont typeface="Jost Light"/>
              <a:buChar char="■"/>
              <a:defRPr sz="900">
                <a:latin typeface="Jost Light"/>
                <a:ea typeface="Jost Light"/>
                <a:cs typeface="Jost Light"/>
                <a:sym typeface="Jost Light"/>
              </a:defRPr>
            </a:lvl3pPr>
            <a:lvl4pPr indent="-285750" lvl="3" marL="1828800">
              <a:spcBef>
                <a:spcPts val="0"/>
              </a:spcBef>
              <a:spcAft>
                <a:spcPts val="0"/>
              </a:spcAft>
              <a:buClr>
                <a:schemeClr val="dk1"/>
              </a:buClr>
              <a:buSzPts val="900"/>
              <a:buFont typeface="Jost Light"/>
              <a:buChar char="●"/>
              <a:defRPr sz="900">
                <a:latin typeface="Jost Light"/>
                <a:ea typeface="Jost Light"/>
                <a:cs typeface="Jost Light"/>
                <a:sym typeface="Jost Light"/>
              </a:defRPr>
            </a:lvl4pPr>
            <a:lvl5pPr indent="-285750" lvl="4" marL="2286000">
              <a:spcBef>
                <a:spcPts val="0"/>
              </a:spcBef>
              <a:spcAft>
                <a:spcPts val="0"/>
              </a:spcAft>
              <a:buClr>
                <a:schemeClr val="dk1"/>
              </a:buClr>
              <a:buSzPts val="900"/>
              <a:buFont typeface="Jost Light"/>
              <a:buChar char="○"/>
              <a:defRPr sz="900">
                <a:latin typeface="Jost Light"/>
                <a:ea typeface="Jost Light"/>
                <a:cs typeface="Jost Light"/>
                <a:sym typeface="Jost Light"/>
              </a:defRPr>
            </a:lvl5pPr>
            <a:lvl6pPr indent="-285750" lvl="5" marL="2743200">
              <a:spcBef>
                <a:spcPts val="0"/>
              </a:spcBef>
              <a:spcAft>
                <a:spcPts val="0"/>
              </a:spcAft>
              <a:buClr>
                <a:schemeClr val="dk1"/>
              </a:buClr>
              <a:buSzPts val="900"/>
              <a:buFont typeface="Jost Light"/>
              <a:buChar char="■"/>
              <a:defRPr sz="900">
                <a:latin typeface="Jost Light"/>
                <a:ea typeface="Jost Light"/>
                <a:cs typeface="Jost Light"/>
                <a:sym typeface="Jost Light"/>
              </a:defRPr>
            </a:lvl6pPr>
            <a:lvl7pPr indent="-285750" lvl="6" marL="3200400">
              <a:spcBef>
                <a:spcPts val="0"/>
              </a:spcBef>
              <a:spcAft>
                <a:spcPts val="0"/>
              </a:spcAft>
              <a:buClr>
                <a:schemeClr val="dk1"/>
              </a:buClr>
              <a:buSzPts val="900"/>
              <a:buFont typeface="Jost Light"/>
              <a:buChar char="●"/>
              <a:defRPr sz="900">
                <a:latin typeface="Jost Light"/>
                <a:ea typeface="Jost Light"/>
                <a:cs typeface="Jost Light"/>
                <a:sym typeface="Jost Light"/>
              </a:defRPr>
            </a:lvl7pPr>
            <a:lvl8pPr indent="-285750" lvl="7" marL="3657600">
              <a:spcBef>
                <a:spcPts val="0"/>
              </a:spcBef>
              <a:spcAft>
                <a:spcPts val="0"/>
              </a:spcAft>
              <a:buClr>
                <a:schemeClr val="dk1"/>
              </a:buClr>
              <a:buSzPts val="900"/>
              <a:buFont typeface="Jost Light"/>
              <a:buChar char="○"/>
              <a:defRPr sz="900">
                <a:latin typeface="Jost Light"/>
                <a:ea typeface="Jost Light"/>
                <a:cs typeface="Jost Light"/>
                <a:sym typeface="Jost Light"/>
              </a:defRPr>
            </a:lvl8pPr>
            <a:lvl9pPr indent="-285750" lvl="8" marL="4114800">
              <a:spcBef>
                <a:spcPts val="0"/>
              </a:spcBef>
              <a:spcAft>
                <a:spcPts val="0"/>
              </a:spcAft>
              <a:buClr>
                <a:schemeClr val="dk1"/>
              </a:buClr>
              <a:buSzPts val="900"/>
              <a:buFont typeface="Jost Light"/>
              <a:buChar char="■"/>
              <a:defRPr sz="900">
                <a:latin typeface="Jost Light"/>
                <a:ea typeface="Jost Light"/>
                <a:cs typeface="Jost Light"/>
                <a:sym typeface="Jost Light"/>
              </a:defRPr>
            </a:lvl9pPr>
          </a:lstStyle>
          <a:p/>
        </p:txBody>
      </p:sp>
      <p:sp>
        <p:nvSpPr>
          <p:cNvPr id="365" name="Google Shape;365;p37"/>
          <p:cNvSpPr txBox="1"/>
          <p:nvPr>
            <p:ph idx="17" type="subTitle"/>
          </p:nvPr>
        </p:nvSpPr>
        <p:spPr>
          <a:xfrm>
            <a:off x="4652727" y="3173750"/>
            <a:ext cx="1289400" cy="226200"/>
          </a:xfrm>
          <a:prstGeom prst="rect">
            <a:avLst/>
          </a:prstGeom>
        </p:spPr>
        <p:txBody>
          <a:bodyPr anchorCtr="0" anchor="t" bIns="0" lIns="0" spcFirstLastPara="1" rIns="0" wrap="square" tIns="0">
            <a:noAutofit/>
          </a:bodyPr>
          <a:lstStyle>
            <a:lvl1pPr lvl="0">
              <a:spcBef>
                <a:spcPts val="0"/>
              </a:spcBef>
              <a:spcAft>
                <a:spcPts val="0"/>
              </a:spcAft>
              <a:buNone/>
              <a:defRPr>
                <a:latin typeface="Figtree Light"/>
                <a:ea typeface="Figtree Light"/>
                <a:cs typeface="Figtree Light"/>
                <a:sym typeface="Figtree Light"/>
              </a:defRPr>
            </a:lvl1pPr>
            <a:lvl2pPr lvl="1">
              <a:spcBef>
                <a:spcPts val="0"/>
              </a:spcBef>
              <a:spcAft>
                <a:spcPts val="0"/>
              </a:spcAft>
              <a:buNone/>
              <a:defRPr>
                <a:latin typeface="Figtree Light"/>
                <a:ea typeface="Figtree Light"/>
                <a:cs typeface="Figtree Light"/>
                <a:sym typeface="Figtree Light"/>
              </a:defRPr>
            </a:lvl2pPr>
            <a:lvl3pPr lvl="2">
              <a:spcBef>
                <a:spcPts val="0"/>
              </a:spcBef>
              <a:spcAft>
                <a:spcPts val="0"/>
              </a:spcAft>
              <a:buNone/>
              <a:defRPr>
                <a:latin typeface="Figtree Light"/>
                <a:ea typeface="Figtree Light"/>
                <a:cs typeface="Figtree Light"/>
                <a:sym typeface="Figtree Light"/>
              </a:defRPr>
            </a:lvl3pPr>
            <a:lvl4pPr lvl="3">
              <a:spcBef>
                <a:spcPts val="0"/>
              </a:spcBef>
              <a:spcAft>
                <a:spcPts val="0"/>
              </a:spcAft>
              <a:buNone/>
              <a:defRPr>
                <a:latin typeface="Figtree Light"/>
                <a:ea typeface="Figtree Light"/>
                <a:cs typeface="Figtree Light"/>
                <a:sym typeface="Figtree Light"/>
              </a:defRPr>
            </a:lvl4pPr>
            <a:lvl5pPr lvl="4">
              <a:spcBef>
                <a:spcPts val="0"/>
              </a:spcBef>
              <a:spcAft>
                <a:spcPts val="0"/>
              </a:spcAft>
              <a:buNone/>
              <a:defRPr>
                <a:latin typeface="Figtree Light"/>
                <a:ea typeface="Figtree Light"/>
                <a:cs typeface="Figtree Light"/>
                <a:sym typeface="Figtree Light"/>
              </a:defRPr>
            </a:lvl5pPr>
            <a:lvl6pPr lvl="5">
              <a:spcBef>
                <a:spcPts val="0"/>
              </a:spcBef>
              <a:spcAft>
                <a:spcPts val="0"/>
              </a:spcAft>
              <a:buNone/>
              <a:defRPr>
                <a:latin typeface="Figtree Light"/>
                <a:ea typeface="Figtree Light"/>
                <a:cs typeface="Figtree Light"/>
                <a:sym typeface="Figtree Light"/>
              </a:defRPr>
            </a:lvl6pPr>
            <a:lvl7pPr lvl="6">
              <a:spcBef>
                <a:spcPts val="0"/>
              </a:spcBef>
              <a:spcAft>
                <a:spcPts val="0"/>
              </a:spcAft>
              <a:buNone/>
              <a:defRPr>
                <a:latin typeface="Figtree Light"/>
                <a:ea typeface="Figtree Light"/>
                <a:cs typeface="Figtree Light"/>
                <a:sym typeface="Figtree Light"/>
              </a:defRPr>
            </a:lvl7pPr>
            <a:lvl8pPr lvl="7">
              <a:spcBef>
                <a:spcPts val="0"/>
              </a:spcBef>
              <a:spcAft>
                <a:spcPts val="0"/>
              </a:spcAft>
              <a:buNone/>
              <a:defRPr>
                <a:latin typeface="Figtree Light"/>
                <a:ea typeface="Figtree Light"/>
                <a:cs typeface="Figtree Light"/>
                <a:sym typeface="Figtree Light"/>
              </a:defRPr>
            </a:lvl8pPr>
            <a:lvl9pPr lvl="8">
              <a:spcBef>
                <a:spcPts val="0"/>
              </a:spcBef>
              <a:spcAft>
                <a:spcPts val="0"/>
              </a:spcAft>
              <a:buNone/>
              <a:defRPr>
                <a:latin typeface="Figtree Light"/>
                <a:ea typeface="Figtree Light"/>
                <a:cs typeface="Figtree Light"/>
                <a:sym typeface="Figtree Light"/>
              </a:defRPr>
            </a:lvl9pPr>
          </a:lstStyle>
          <a:p/>
        </p:txBody>
      </p:sp>
      <p:sp>
        <p:nvSpPr>
          <p:cNvPr id="366" name="Google Shape;366;p37"/>
          <p:cNvSpPr txBox="1"/>
          <p:nvPr>
            <p:ph idx="18" type="subTitle"/>
          </p:nvPr>
        </p:nvSpPr>
        <p:spPr>
          <a:xfrm>
            <a:off x="4652727" y="3419421"/>
            <a:ext cx="1289400" cy="1254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3"/>
                </a:solidFill>
                <a:latin typeface="Jost"/>
                <a:ea typeface="Jost"/>
                <a:cs typeface="Jost"/>
                <a:sym typeface="Jost"/>
              </a:defRPr>
            </a:lvl1pPr>
            <a:lvl2pPr lvl="1">
              <a:spcBef>
                <a:spcPts val="0"/>
              </a:spcBef>
              <a:spcAft>
                <a:spcPts val="0"/>
              </a:spcAft>
              <a:buNone/>
              <a:defRPr sz="900">
                <a:solidFill>
                  <a:schemeClr val="accent3"/>
                </a:solidFill>
                <a:latin typeface="Jost"/>
                <a:ea typeface="Jost"/>
                <a:cs typeface="Jost"/>
                <a:sym typeface="Jost"/>
              </a:defRPr>
            </a:lvl2pPr>
            <a:lvl3pPr lvl="2">
              <a:spcBef>
                <a:spcPts val="0"/>
              </a:spcBef>
              <a:spcAft>
                <a:spcPts val="0"/>
              </a:spcAft>
              <a:buNone/>
              <a:defRPr sz="900">
                <a:solidFill>
                  <a:schemeClr val="accent3"/>
                </a:solidFill>
                <a:latin typeface="Jost"/>
                <a:ea typeface="Jost"/>
                <a:cs typeface="Jost"/>
                <a:sym typeface="Jost"/>
              </a:defRPr>
            </a:lvl3pPr>
            <a:lvl4pPr lvl="3">
              <a:spcBef>
                <a:spcPts val="0"/>
              </a:spcBef>
              <a:spcAft>
                <a:spcPts val="0"/>
              </a:spcAft>
              <a:buNone/>
              <a:defRPr sz="900">
                <a:solidFill>
                  <a:schemeClr val="accent3"/>
                </a:solidFill>
                <a:latin typeface="Jost"/>
                <a:ea typeface="Jost"/>
                <a:cs typeface="Jost"/>
                <a:sym typeface="Jost"/>
              </a:defRPr>
            </a:lvl4pPr>
            <a:lvl5pPr lvl="4">
              <a:spcBef>
                <a:spcPts val="0"/>
              </a:spcBef>
              <a:spcAft>
                <a:spcPts val="0"/>
              </a:spcAft>
              <a:buNone/>
              <a:defRPr sz="900">
                <a:solidFill>
                  <a:schemeClr val="accent3"/>
                </a:solidFill>
                <a:latin typeface="Jost"/>
                <a:ea typeface="Jost"/>
                <a:cs typeface="Jost"/>
                <a:sym typeface="Jost"/>
              </a:defRPr>
            </a:lvl5pPr>
            <a:lvl6pPr lvl="5">
              <a:spcBef>
                <a:spcPts val="0"/>
              </a:spcBef>
              <a:spcAft>
                <a:spcPts val="0"/>
              </a:spcAft>
              <a:buNone/>
              <a:defRPr sz="900">
                <a:solidFill>
                  <a:schemeClr val="accent3"/>
                </a:solidFill>
                <a:latin typeface="Jost"/>
                <a:ea typeface="Jost"/>
                <a:cs typeface="Jost"/>
                <a:sym typeface="Jost"/>
              </a:defRPr>
            </a:lvl6pPr>
            <a:lvl7pPr lvl="6">
              <a:spcBef>
                <a:spcPts val="0"/>
              </a:spcBef>
              <a:spcAft>
                <a:spcPts val="0"/>
              </a:spcAft>
              <a:buNone/>
              <a:defRPr sz="900">
                <a:solidFill>
                  <a:schemeClr val="accent3"/>
                </a:solidFill>
                <a:latin typeface="Jost"/>
                <a:ea typeface="Jost"/>
                <a:cs typeface="Jost"/>
                <a:sym typeface="Jost"/>
              </a:defRPr>
            </a:lvl7pPr>
            <a:lvl8pPr lvl="7">
              <a:spcBef>
                <a:spcPts val="0"/>
              </a:spcBef>
              <a:spcAft>
                <a:spcPts val="0"/>
              </a:spcAft>
              <a:buNone/>
              <a:defRPr sz="900">
                <a:solidFill>
                  <a:schemeClr val="accent3"/>
                </a:solidFill>
                <a:latin typeface="Jost"/>
                <a:ea typeface="Jost"/>
                <a:cs typeface="Jost"/>
                <a:sym typeface="Jost"/>
              </a:defRPr>
            </a:lvl8pPr>
            <a:lvl9pPr lvl="8">
              <a:spcBef>
                <a:spcPts val="0"/>
              </a:spcBef>
              <a:spcAft>
                <a:spcPts val="0"/>
              </a:spcAft>
              <a:buNone/>
              <a:defRPr sz="900">
                <a:solidFill>
                  <a:schemeClr val="accent3"/>
                </a:solidFill>
                <a:latin typeface="Jost"/>
                <a:ea typeface="Jost"/>
                <a:cs typeface="Jost"/>
                <a:sym typeface="Jost"/>
              </a:defRPr>
            </a:lvl9pPr>
          </a:lstStyle>
          <a:p/>
        </p:txBody>
      </p:sp>
      <p:sp>
        <p:nvSpPr>
          <p:cNvPr id="367" name="Google Shape;367;p37"/>
          <p:cNvSpPr txBox="1"/>
          <p:nvPr>
            <p:ph idx="19" type="body"/>
          </p:nvPr>
        </p:nvSpPr>
        <p:spPr>
          <a:xfrm>
            <a:off x="4652725" y="3851575"/>
            <a:ext cx="1289400" cy="714000"/>
          </a:xfrm>
          <a:prstGeom prst="rect">
            <a:avLst/>
          </a:prstGeom>
        </p:spPr>
        <p:txBody>
          <a:bodyPr anchorCtr="0" anchor="t" bIns="0" lIns="0" spcFirstLastPara="1" rIns="0" wrap="square" tIns="0">
            <a:noAutofit/>
          </a:bodyPr>
          <a:lstStyle>
            <a:lvl1pPr indent="-285750" lvl="0" marL="457200">
              <a:spcBef>
                <a:spcPts val="0"/>
              </a:spcBef>
              <a:spcAft>
                <a:spcPts val="0"/>
              </a:spcAft>
              <a:buClr>
                <a:schemeClr val="dk1"/>
              </a:buClr>
              <a:buSzPts val="900"/>
              <a:buFont typeface="Jost Light"/>
              <a:buChar char="●"/>
              <a:defRPr sz="900">
                <a:latin typeface="Jost Light"/>
                <a:ea typeface="Jost Light"/>
                <a:cs typeface="Jost Light"/>
                <a:sym typeface="Jost Light"/>
              </a:defRPr>
            </a:lvl1pPr>
            <a:lvl2pPr indent="-285750" lvl="1" marL="914400">
              <a:spcBef>
                <a:spcPts val="0"/>
              </a:spcBef>
              <a:spcAft>
                <a:spcPts val="0"/>
              </a:spcAft>
              <a:buClr>
                <a:schemeClr val="dk1"/>
              </a:buClr>
              <a:buSzPts val="900"/>
              <a:buFont typeface="Jost Light"/>
              <a:buChar char="○"/>
              <a:defRPr sz="900">
                <a:latin typeface="Jost Light"/>
                <a:ea typeface="Jost Light"/>
                <a:cs typeface="Jost Light"/>
                <a:sym typeface="Jost Light"/>
              </a:defRPr>
            </a:lvl2pPr>
            <a:lvl3pPr indent="-285750" lvl="2" marL="1371600">
              <a:spcBef>
                <a:spcPts val="0"/>
              </a:spcBef>
              <a:spcAft>
                <a:spcPts val="0"/>
              </a:spcAft>
              <a:buClr>
                <a:schemeClr val="dk1"/>
              </a:buClr>
              <a:buSzPts val="900"/>
              <a:buFont typeface="Jost Light"/>
              <a:buChar char="■"/>
              <a:defRPr sz="900">
                <a:latin typeface="Jost Light"/>
                <a:ea typeface="Jost Light"/>
                <a:cs typeface="Jost Light"/>
                <a:sym typeface="Jost Light"/>
              </a:defRPr>
            </a:lvl3pPr>
            <a:lvl4pPr indent="-285750" lvl="3" marL="1828800">
              <a:spcBef>
                <a:spcPts val="0"/>
              </a:spcBef>
              <a:spcAft>
                <a:spcPts val="0"/>
              </a:spcAft>
              <a:buClr>
                <a:schemeClr val="dk1"/>
              </a:buClr>
              <a:buSzPts val="900"/>
              <a:buFont typeface="Jost Light"/>
              <a:buChar char="●"/>
              <a:defRPr sz="900">
                <a:latin typeface="Jost Light"/>
                <a:ea typeface="Jost Light"/>
                <a:cs typeface="Jost Light"/>
                <a:sym typeface="Jost Light"/>
              </a:defRPr>
            </a:lvl4pPr>
            <a:lvl5pPr indent="-285750" lvl="4" marL="2286000">
              <a:spcBef>
                <a:spcPts val="0"/>
              </a:spcBef>
              <a:spcAft>
                <a:spcPts val="0"/>
              </a:spcAft>
              <a:buClr>
                <a:schemeClr val="dk1"/>
              </a:buClr>
              <a:buSzPts val="900"/>
              <a:buFont typeface="Jost Light"/>
              <a:buChar char="○"/>
              <a:defRPr sz="900">
                <a:latin typeface="Jost Light"/>
                <a:ea typeface="Jost Light"/>
                <a:cs typeface="Jost Light"/>
                <a:sym typeface="Jost Light"/>
              </a:defRPr>
            </a:lvl5pPr>
            <a:lvl6pPr indent="-285750" lvl="5" marL="2743200">
              <a:spcBef>
                <a:spcPts val="0"/>
              </a:spcBef>
              <a:spcAft>
                <a:spcPts val="0"/>
              </a:spcAft>
              <a:buClr>
                <a:schemeClr val="dk1"/>
              </a:buClr>
              <a:buSzPts val="900"/>
              <a:buFont typeface="Jost Light"/>
              <a:buChar char="■"/>
              <a:defRPr sz="900">
                <a:latin typeface="Jost Light"/>
                <a:ea typeface="Jost Light"/>
                <a:cs typeface="Jost Light"/>
                <a:sym typeface="Jost Light"/>
              </a:defRPr>
            </a:lvl6pPr>
            <a:lvl7pPr indent="-285750" lvl="6" marL="3200400">
              <a:spcBef>
                <a:spcPts val="0"/>
              </a:spcBef>
              <a:spcAft>
                <a:spcPts val="0"/>
              </a:spcAft>
              <a:buClr>
                <a:schemeClr val="dk1"/>
              </a:buClr>
              <a:buSzPts val="900"/>
              <a:buFont typeface="Jost Light"/>
              <a:buChar char="●"/>
              <a:defRPr sz="900">
                <a:latin typeface="Jost Light"/>
                <a:ea typeface="Jost Light"/>
                <a:cs typeface="Jost Light"/>
                <a:sym typeface="Jost Light"/>
              </a:defRPr>
            </a:lvl7pPr>
            <a:lvl8pPr indent="-285750" lvl="7" marL="3657600">
              <a:spcBef>
                <a:spcPts val="0"/>
              </a:spcBef>
              <a:spcAft>
                <a:spcPts val="0"/>
              </a:spcAft>
              <a:buClr>
                <a:schemeClr val="dk1"/>
              </a:buClr>
              <a:buSzPts val="900"/>
              <a:buFont typeface="Jost Light"/>
              <a:buChar char="○"/>
              <a:defRPr sz="900">
                <a:latin typeface="Jost Light"/>
                <a:ea typeface="Jost Light"/>
                <a:cs typeface="Jost Light"/>
                <a:sym typeface="Jost Light"/>
              </a:defRPr>
            </a:lvl8pPr>
            <a:lvl9pPr indent="-285750" lvl="8" marL="4114800">
              <a:spcBef>
                <a:spcPts val="0"/>
              </a:spcBef>
              <a:spcAft>
                <a:spcPts val="0"/>
              </a:spcAft>
              <a:buClr>
                <a:schemeClr val="dk1"/>
              </a:buClr>
              <a:buSzPts val="900"/>
              <a:buFont typeface="Jost Light"/>
              <a:buChar char="■"/>
              <a:defRPr sz="900">
                <a:latin typeface="Jost Light"/>
                <a:ea typeface="Jost Light"/>
                <a:cs typeface="Jost Light"/>
                <a:sym typeface="Jost Light"/>
              </a:defRPr>
            </a:lvl9pPr>
          </a:lstStyle>
          <a:p/>
        </p:txBody>
      </p:sp>
      <p:sp>
        <p:nvSpPr>
          <p:cNvPr id="368" name="Google Shape;368;p37"/>
          <p:cNvSpPr txBox="1"/>
          <p:nvPr>
            <p:ph idx="20" type="subTitle"/>
          </p:nvPr>
        </p:nvSpPr>
        <p:spPr>
          <a:xfrm>
            <a:off x="7646687" y="3172725"/>
            <a:ext cx="1289400" cy="226200"/>
          </a:xfrm>
          <a:prstGeom prst="rect">
            <a:avLst/>
          </a:prstGeom>
        </p:spPr>
        <p:txBody>
          <a:bodyPr anchorCtr="0" anchor="t" bIns="0" lIns="0" spcFirstLastPara="1" rIns="0" wrap="square" tIns="0">
            <a:noAutofit/>
          </a:bodyPr>
          <a:lstStyle>
            <a:lvl1pPr lvl="0">
              <a:spcBef>
                <a:spcPts val="0"/>
              </a:spcBef>
              <a:spcAft>
                <a:spcPts val="0"/>
              </a:spcAft>
              <a:buNone/>
              <a:defRPr>
                <a:latin typeface="Figtree Light"/>
                <a:ea typeface="Figtree Light"/>
                <a:cs typeface="Figtree Light"/>
                <a:sym typeface="Figtree Light"/>
              </a:defRPr>
            </a:lvl1pPr>
            <a:lvl2pPr lvl="1">
              <a:spcBef>
                <a:spcPts val="0"/>
              </a:spcBef>
              <a:spcAft>
                <a:spcPts val="0"/>
              </a:spcAft>
              <a:buNone/>
              <a:defRPr>
                <a:latin typeface="Figtree Light"/>
                <a:ea typeface="Figtree Light"/>
                <a:cs typeface="Figtree Light"/>
                <a:sym typeface="Figtree Light"/>
              </a:defRPr>
            </a:lvl2pPr>
            <a:lvl3pPr lvl="2">
              <a:spcBef>
                <a:spcPts val="0"/>
              </a:spcBef>
              <a:spcAft>
                <a:spcPts val="0"/>
              </a:spcAft>
              <a:buNone/>
              <a:defRPr>
                <a:latin typeface="Figtree Light"/>
                <a:ea typeface="Figtree Light"/>
                <a:cs typeface="Figtree Light"/>
                <a:sym typeface="Figtree Light"/>
              </a:defRPr>
            </a:lvl3pPr>
            <a:lvl4pPr lvl="3">
              <a:spcBef>
                <a:spcPts val="0"/>
              </a:spcBef>
              <a:spcAft>
                <a:spcPts val="0"/>
              </a:spcAft>
              <a:buNone/>
              <a:defRPr>
                <a:latin typeface="Figtree Light"/>
                <a:ea typeface="Figtree Light"/>
                <a:cs typeface="Figtree Light"/>
                <a:sym typeface="Figtree Light"/>
              </a:defRPr>
            </a:lvl4pPr>
            <a:lvl5pPr lvl="4">
              <a:spcBef>
                <a:spcPts val="0"/>
              </a:spcBef>
              <a:spcAft>
                <a:spcPts val="0"/>
              </a:spcAft>
              <a:buNone/>
              <a:defRPr>
                <a:latin typeface="Figtree Light"/>
                <a:ea typeface="Figtree Light"/>
                <a:cs typeface="Figtree Light"/>
                <a:sym typeface="Figtree Light"/>
              </a:defRPr>
            </a:lvl5pPr>
            <a:lvl6pPr lvl="5">
              <a:spcBef>
                <a:spcPts val="0"/>
              </a:spcBef>
              <a:spcAft>
                <a:spcPts val="0"/>
              </a:spcAft>
              <a:buNone/>
              <a:defRPr>
                <a:latin typeface="Figtree Light"/>
                <a:ea typeface="Figtree Light"/>
                <a:cs typeface="Figtree Light"/>
                <a:sym typeface="Figtree Light"/>
              </a:defRPr>
            </a:lvl6pPr>
            <a:lvl7pPr lvl="6">
              <a:spcBef>
                <a:spcPts val="0"/>
              </a:spcBef>
              <a:spcAft>
                <a:spcPts val="0"/>
              </a:spcAft>
              <a:buNone/>
              <a:defRPr>
                <a:latin typeface="Figtree Light"/>
                <a:ea typeface="Figtree Light"/>
                <a:cs typeface="Figtree Light"/>
                <a:sym typeface="Figtree Light"/>
              </a:defRPr>
            </a:lvl7pPr>
            <a:lvl8pPr lvl="7">
              <a:spcBef>
                <a:spcPts val="0"/>
              </a:spcBef>
              <a:spcAft>
                <a:spcPts val="0"/>
              </a:spcAft>
              <a:buNone/>
              <a:defRPr>
                <a:latin typeface="Figtree Light"/>
                <a:ea typeface="Figtree Light"/>
                <a:cs typeface="Figtree Light"/>
                <a:sym typeface="Figtree Light"/>
              </a:defRPr>
            </a:lvl8pPr>
            <a:lvl9pPr lvl="8">
              <a:spcBef>
                <a:spcPts val="0"/>
              </a:spcBef>
              <a:spcAft>
                <a:spcPts val="0"/>
              </a:spcAft>
              <a:buNone/>
              <a:defRPr>
                <a:latin typeface="Figtree Light"/>
                <a:ea typeface="Figtree Light"/>
                <a:cs typeface="Figtree Light"/>
                <a:sym typeface="Figtree Light"/>
              </a:defRPr>
            </a:lvl9pPr>
          </a:lstStyle>
          <a:p/>
        </p:txBody>
      </p:sp>
      <p:sp>
        <p:nvSpPr>
          <p:cNvPr id="369" name="Google Shape;369;p37"/>
          <p:cNvSpPr txBox="1"/>
          <p:nvPr>
            <p:ph idx="21" type="subTitle"/>
          </p:nvPr>
        </p:nvSpPr>
        <p:spPr>
          <a:xfrm>
            <a:off x="7646687" y="3418396"/>
            <a:ext cx="1289400" cy="1254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3"/>
                </a:solidFill>
                <a:latin typeface="Jost"/>
                <a:ea typeface="Jost"/>
                <a:cs typeface="Jost"/>
                <a:sym typeface="Jost"/>
              </a:defRPr>
            </a:lvl1pPr>
            <a:lvl2pPr lvl="1">
              <a:spcBef>
                <a:spcPts val="0"/>
              </a:spcBef>
              <a:spcAft>
                <a:spcPts val="0"/>
              </a:spcAft>
              <a:buNone/>
              <a:defRPr sz="900">
                <a:solidFill>
                  <a:schemeClr val="accent3"/>
                </a:solidFill>
                <a:latin typeface="Jost"/>
                <a:ea typeface="Jost"/>
                <a:cs typeface="Jost"/>
                <a:sym typeface="Jost"/>
              </a:defRPr>
            </a:lvl2pPr>
            <a:lvl3pPr lvl="2">
              <a:spcBef>
                <a:spcPts val="0"/>
              </a:spcBef>
              <a:spcAft>
                <a:spcPts val="0"/>
              </a:spcAft>
              <a:buNone/>
              <a:defRPr sz="900">
                <a:solidFill>
                  <a:schemeClr val="accent3"/>
                </a:solidFill>
                <a:latin typeface="Jost"/>
                <a:ea typeface="Jost"/>
                <a:cs typeface="Jost"/>
                <a:sym typeface="Jost"/>
              </a:defRPr>
            </a:lvl3pPr>
            <a:lvl4pPr lvl="3">
              <a:spcBef>
                <a:spcPts val="0"/>
              </a:spcBef>
              <a:spcAft>
                <a:spcPts val="0"/>
              </a:spcAft>
              <a:buNone/>
              <a:defRPr sz="900">
                <a:solidFill>
                  <a:schemeClr val="accent3"/>
                </a:solidFill>
                <a:latin typeface="Jost"/>
                <a:ea typeface="Jost"/>
                <a:cs typeface="Jost"/>
                <a:sym typeface="Jost"/>
              </a:defRPr>
            </a:lvl4pPr>
            <a:lvl5pPr lvl="4">
              <a:spcBef>
                <a:spcPts val="0"/>
              </a:spcBef>
              <a:spcAft>
                <a:spcPts val="0"/>
              </a:spcAft>
              <a:buNone/>
              <a:defRPr sz="900">
                <a:solidFill>
                  <a:schemeClr val="accent3"/>
                </a:solidFill>
                <a:latin typeface="Jost"/>
                <a:ea typeface="Jost"/>
                <a:cs typeface="Jost"/>
                <a:sym typeface="Jost"/>
              </a:defRPr>
            </a:lvl5pPr>
            <a:lvl6pPr lvl="5">
              <a:spcBef>
                <a:spcPts val="0"/>
              </a:spcBef>
              <a:spcAft>
                <a:spcPts val="0"/>
              </a:spcAft>
              <a:buNone/>
              <a:defRPr sz="900">
                <a:solidFill>
                  <a:schemeClr val="accent3"/>
                </a:solidFill>
                <a:latin typeface="Jost"/>
                <a:ea typeface="Jost"/>
                <a:cs typeface="Jost"/>
                <a:sym typeface="Jost"/>
              </a:defRPr>
            </a:lvl6pPr>
            <a:lvl7pPr lvl="6">
              <a:spcBef>
                <a:spcPts val="0"/>
              </a:spcBef>
              <a:spcAft>
                <a:spcPts val="0"/>
              </a:spcAft>
              <a:buNone/>
              <a:defRPr sz="900">
                <a:solidFill>
                  <a:schemeClr val="accent3"/>
                </a:solidFill>
                <a:latin typeface="Jost"/>
                <a:ea typeface="Jost"/>
                <a:cs typeface="Jost"/>
                <a:sym typeface="Jost"/>
              </a:defRPr>
            </a:lvl7pPr>
            <a:lvl8pPr lvl="7">
              <a:spcBef>
                <a:spcPts val="0"/>
              </a:spcBef>
              <a:spcAft>
                <a:spcPts val="0"/>
              </a:spcAft>
              <a:buNone/>
              <a:defRPr sz="900">
                <a:solidFill>
                  <a:schemeClr val="accent3"/>
                </a:solidFill>
                <a:latin typeface="Jost"/>
                <a:ea typeface="Jost"/>
                <a:cs typeface="Jost"/>
                <a:sym typeface="Jost"/>
              </a:defRPr>
            </a:lvl8pPr>
            <a:lvl9pPr lvl="8">
              <a:spcBef>
                <a:spcPts val="0"/>
              </a:spcBef>
              <a:spcAft>
                <a:spcPts val="0"/>
              </a:spcAft>
              <a:buNone/>
              <a:defRPr sz="900">
                <a:solidFill>
                  <a:schemeClr val="accent3"/>
                </a:solidFill>
                <a:latin typeface="Jost"/>
                <a:ea typeface="Jost"/>
                <a:cs typeface="Jost"/>
                <a:sym typeface="Jost"/>
              </a:defRPr>
            </a:lvl9pPr>
          </a:lstStyle>
          <a:p/>
        </p:txBody>
      </p:sp>
      <p:sp>
        <p:nvSpPr>
          <p:cNvPr id="370" name="Google Shape;370;p37"/>
          <p:cNvSpPr txBox="1"/>
          <p:nvPr>
            <p:ph idx="22" type="body"/>
          </p:nvPr>
        </p:nvSpPr>
        <p:spPr>
          <a:xfrm>
            <a:off x="7646686" y="3850550"/>
            <a:ext cx="1289400" cy="714000"/>
          </a:xfrm>
          <a:prstGeom prst="rect">
            <a:avLst/>
          </a:prstGeom>
        </p:spPr>
        <p:txBody>
          <a:bodyPr anchorCtr="0" anchor="t" bIns="0" lIns="0" spcFirstLastPara="1" rIns="0" wrap="square" tIns="0">
            <a:noAutofit/>
          </a:bodyPr>
          <a:lstStyle>
            <a:lvl1pPr indent="-285750" lvl="0" marL="457200">
              <a:spcBef>
                <a:spcPts val="0"/>
              </a:spcBef>
              <a:spcAft>
                <a:spcPts val="0"/>
              </a:spcAft>
              <a:buClr>
                <a:schemeClr val="dk1"/>
              </a:buClr>
              <a:buSzPts val="900"/>
              <a:buFont typeface="Jost Light"/>
              <a:buChar char="●"/>
              <a:defRPr sz="900">
                <a:latin typeface="Jost Light"/>
                <a:ea typeface="Jost Light"/>
                <a:cs typeface="Jost Light"/>
                <a:sym typeface="Jost Light"/>
              </a:defRPr>
            </a:lvl1pPr>
            <a:lvl2pPr indent="-285750" lvl="1" marL="914400">
              <a:spcBef>
                <a:spcPts val="0"/>
              </a:spcBef>
              <a:spcAft>
                <a:spcPts val="0"/>
              </a:spcAft>
              <a:buClr>
                <a:schemeClr val="dk1"/>
              </a:buClr>
              <a:buSzPts val="900"/>
              <a:buFont typeface="Jost Light"/>
              <a:buChar char="○"/>
              <a:defRPr sz="900">
                <a:latin typeface="Jost Light"/>
                <a:ea typeface="Jost Light"/>
                <a:cs typeface="Jost Light"/>
                <a:sym typeface="Jost Light"/>
              </a:defRPr>
            </a:lvl2pPr>
            <a:lvl3pPr indent="-285750" lvl="2" marL="1371600">
              <a:spcBef>
                <a:spcPts val="0"/>
              </a:spcBef>
              <a:spcAft>
                <a:spcPts val="0"/>
              </a:spcAft>
              <a:buClr>
                <a:schemeClr val="dk1"/>
              </a:buClr>
              <a:buSzPts val="900"/>
              <a:buFont typeface="Jost Light"/>
              <a:buChar char="■"/>
              <a:defRPr sz="900">
                <a:latin typeface="Jost Light"/>
                <a:ea typeface="Jost Light"/>
                <a:cs typeface="Jost Light"/>
                <a:sym typeface="Jost Light"/>
              </a:defRPr>
            </a:lvl3pPr>
            <a:lvl4pPr indent="-285750" lvl="3" marL="1828800">
              <a:spcBef>
                <a:spcPts val="0"/>
              </a:spcBef>
              <a:spcAft>
                <a:spcPts val="0"/>
              </a:spcAft>
              <a:buClr>
                <a:schemeClr val="dk1"/>
              </a:buClr>
              <a:buSzPts val="900"/>
              <a:buFont typeface="Jost Light"/>
              <a:buChar char="●"/>
              <a:defRPr sz="900">
                <a:latin typeface="Jost Light"/>
                <a:ea typeface="Jost Light"/>
                <a:cs typeface="Jost Light"/>
                <a:sym typeface="Jost Light"/>
              </a:defRPr>
            </a:lvl4pPr>
            <a:lvl5pPr indent="-285750" lvl="4" marL="2286000">
              <a:spcBef>
                <a:spcPts val="0"/>
              </a:spcBef>
              <a:spcAft>
                <a:spcPts val="0"/>
              </a:spcAft>
              <a:buClr>
                <a:schemeClr val="dk1"/>
              </a:buClr>
              <a:buSzPts val="900"/>
              <a:buFont typeface="Jost Light"/>
              <a:buChar char="○"/>
              <a:defRPr sz="900">
                <a:latin typeface="Jost Light"/>
                <a:ea typeface="Jost Light"/>
                <a:cs typeface="Jost Light"/>
                <a:sym typeface="Jost Light"/>
              </a:defRPr>
            </a:lvl5pPr>
            <a:lvl6pPr indent="-285750" lvl="5" marL="2743200">
              <a:spcBef>
                <a:spcPts val="0"/>
              </a:spcBef>
              <a:spcAft>
                <a:spcPts val="0"/>
              </a:spcAft>
              <a:buClr>
                <a:schemeClr val="dk1"/>
              </a:buClr>
              <a:buSzPts val="900"/>
              <a:buFont typeface="Jost Light"/>
              <a:buChar char="■"/>
              <a:defRPr sz="900">
                <a:latin typeface="Jost Light"/>
                <a:ea typeface="Jost Light"/>
                <a:cs typeface="Jost Light"/>
                <a:sym typeface="Jost Light"/>
              </a:defRPr>
            </a:lvl6pPr>
            <a:lvl7pPr indent="-285750" lvl="6" marL="3200400">
              <a:spcBef>
                <a:spcPts val="0"/>
              </a:spcBef>
              <a:spcAft>
                <a:spcPts val="0"/>
              </a:spcAft>
              <a:buClr>
                <a:schemeClr val="dk1"/>
              </a:buClr>
              <a:buSzPts val="900"/>
              <a:buFont typeface="Jost Light"/>
              <a:buChar char="●"/>
              <a:defRPr sz="900">
                <a:latin typeface="Jost Light"/>
                <a:ea typeface="Jost Light"/>
                <a:cs typeface="Jost Light"/>
                <a:sym typeface="Jost Light"/>
              </a:defRPr>
            </a:lvl7pPr>
            <a:lvl8pPr indent="-285750" lvl="7" marL="3657600">
              <a:spcBef>
                <a:spcPts val="0"/>
              </a:spcBef>
              <a:spcAft>
                <a:spcPts val="0"/>
              </a:spcAft>
              <a:buClr>
                <a:schemeClr val="dk1"/>
              </a:buClr>
              <a:buSzPts val="900"/>
              <a:buFont typeface="Jost Light"/>
              <a:buChar char="○"/>
              <a:defRPr sz="900">
                <a:latin typeface="Jost Light"/>
                <a:ea typeface="Jost Light"/>
                <a:cs typeface="Jost Light"/>
                <a:sym typeface="Jost Light"/>
              </a:defRPr>
            </a:lvl8pPr>
            <a:lvl9pPr indent="-285750" lvl="8" marL="4114800">
              <a:spcBef>
                <a:spcPts val="0"/>
              </a:spcBef>
              <a:spcAft>
                <a:spcPts val="0"/>
              </a:spcAft>
              <a:buClr>
                <a:schemeClr val="dk1"/>
              </a:buClr>
              <a:buSzPts val="900"/>
              <a:buFont typeface="Jost Light"/>
              <a:buChar char="■"/>
              <a:defRPr sz="900">
                <a:latin typeface="Jost Light"/>
                <a:ea typeface="Jost Light"/>
                <a:cs typeface="Jost Light"/>
                <a:sym typeface="Jost Light"/>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 Alt 2">
  <p:cSld name="CUSTOM_8_1_1_1_1_1_1_1_1_1_1_1_1_1_1_1_1_1_1_1_1_1_1_1_1_1_1_1_1_1_1_2_1">
    <p:spTree>
      <p:nvGrpSpPr>
        <p:cNvPr id="371" name="Shape 371"/>
        <p:cNvGrpSpPr/>
        <p:nvPr/>
      </p:nvGrpSpPr>
      <p:grpSpPr>
        <a:xfrm>
          <a:off x="0" y="0"/>
          <a:ext cx="0" cy="0"/>
          <a:chOff x="0" y="0"/>
          <a:chExt cx="0" cy="0"/>
        </a:xfrm>
      </p:grpSpPr>
      <p:sp>
        <p:nvSpPr>
          <p:cNvPr id="372" name="Google Shape;372;p38"/>
          <p:cNvSpPr/>
          <p:nvPr/>
        </p:nvSpPr>
        <p:spPr>
          <a:xfrm rot="-5400000">
            <a:off x="0" y="816600"/>
            <a:ext cx="4326900" cy="4326900"/>
          </a:xfrm>
          <a:prstGeom prst="rect">
            <a:avLst/>
          </a:prstGeom>
          <a:gradFill>
            <a:gsLst>
              <a:gs pos="0">
                <a:schemeClr val="lt2"/>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373" name="Google Shape;373;p38"/>
          <p:cNvSpPr/>
          <p:nvPr/>
        </p:nvSpPr>
        <p:spPr>
          <a:xfrm rot="5400000">
            <a:off x="4817100" y="0"/>
            <a:ext cx="4326900" cy="4326900"/>
          </a:xfrm>
          <a:prstGeom prst="rect">
            <a:avLst/>
          </a:prstGeom>
          <a:gradFill>
            <a:gsLst>
              <a:gs pos="0">
                <a:schemeClr val="accent6"/>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374" name="Google Shape;374;p38"/>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375" name="Google Shape;375;p38"/>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376" name="Google Shape;376;p38"/>
          <p:cNvSpPr/>
          <p:nvPr/>
        </p:nvSpPr>
        <p:spPr>
          <a:xfrm>
            <a:off x="228650" y="457200"/>
            <a:ext cx="8686800" cy="4226400"/>
          </a:xfrm>
          <a:prstGeom prst="roundRect">
            <a:avLst>
              <a:gd fmla="val 6822"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Figtree"/>
                <a:ea typeface="Figtree"/>
                <a:cs typeface="Figtree"/>
                <a:sym typeface="Figtree"/>
              </a:rPr>
              <a:t>v</a:t>
            </a:r>
            <a:endParaRPr>
              <a:solidFill>
                <a:schemeClr val="lt1"/>
              </a:solidFill>
              <a:latin typeface="Figtree"/>
              <a:ea typeface="Figtree"/>
              <a:cs typeface="Figtree"/>
              <a:sym typeface="Figtree"/>
            </a:endParaRPr>
          </a:p>
        </p:txBody>
      </p:sp>
      <p:sp>
        <p:nvSpPr>
          <p:cNvPr id="377" name="Google Shape;377;p38"/>
          <p:cNvSpPr txBox="1"/>
          <p:nvPr>
            <p:ph idx="3" type="title"/>
          </p:nvPr>
        </p:nvSpPr>
        <p:spPr>
          <a:xfrm>
            <a:off x="1254050" y="1703407"/>
            <a:ext cx="6636000" cy="12795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None/>
              <a:defRPr sz="8000"/>
            </a:lvl1pPr>
            <a:lvl2pPr lvl="1" algn="ctr">
              <a:lnSpc>
                <a:spcPct val="90000"/>
              </a:lnSpc>
              <a:spcBef>
                <a:spcPts val="0"/>
              </a:spcBef>
              <a:spcAft>
                <a:spcPts val="0"/>
              </a:spcAft>
              <a:buClr>
                <a:schemeClr val="dk1"/>
              </a:buClr>
              <a:buSzPts val="8000"/>
              <a:buFont typeface="Figtree"/>
              <a:buNone/>
              <a:defRPr sz="8000">
                <a:solidFill>
                  <a:schemeClr val="dk1"/>
                </a:solidFill>
                <a:latin typeface="Figtree"/>
                <a:ea typeface="Figtree"/>
                <a:cs typeface="Figtree"/>
                <a:sym typeface="Figtree"/>
              </a:defRPr>
            </a:lvl2pPr>
            <a:lvl3pPr lvl="2" algn="ctr">
              <a:lnSpc>
                <a:spcPct val="90000"/>
              </a:lnSpc>
              <a:spcBef>
                <a:spcPts val="0"/>
              </a:spcBef>
              <a:spcAft>
                <a:spcPts val="0"/>
              </a:spcAft>
              <a:buClr>
                <a:schemeClr val="dk1"/>
              </a:buClr>
              <a:buSzPts val="8000"/>
              <a:buFont typeface="Figtree"/>
              <a:buNone/>
              <a:defRPr sz="8000">
                <a:solidFill>
                  <a:schemeClr val="dk1"/>
                </a:solidFill>
                <a:latin typeface="Figtree"/>
                <a:ea typeface="Figtree"/>
                <a:cs typeface="Figtree"/>
                <a:sym typeface="Figtree"/>
              </a:defRPr>
            </a:lvl3pPr>
            <a:lvl4pPr lvl="3" algn="ctr">
              <a:lnSpc>
                <a:spcPct val="90000"/>
              </a:lnSpc>
              <a:spcBef>
                <a:spcPts val="0"/>
              </a:spcBef>
              <a:spcAft>
                <a:spcPts val="0"/>
              </a:spcAft>
              <a:buClr>
                <a:schemeClr val="dk1"/>
              </a:buClr>
              <a:buSzPts val="8000"/>
              <a:buFont typeface="Figtree"/>
              <a:buNone/>
              <a:defRPr sz="8000">
                <a:solidFill>
                  <a:schemeClr val="dk1"/>
                </a:solidFill>
                <a:latin typeface="Figtree"/>
                <a:ea typeface="Figtree"/>
                <a:cs typeface="Figtree"/>
                <a:sym typeface="Figtree"/>
              </a:defRPr>
            </a:lvl4pPr>
            <a:lvl5pPr lvl="4" algn="ctr">
              <a:lnSpc>
                <a:spcPct val="90000"/>
              </a:lnSpc>
              <a:spcBef>
                <a:spcPts val="0"/>
              </a:spcBef>
              <a:spcAft>
                <a:spcPts val="0"/>
              </a:spcAft>
              <a:buClr>
                <a:schemeClr val="dk1"/>
              </a:buClr>
              <a:buSzPts val="8000"/>
              <a:buFont typeface="Figtree"/>
              <a:buNone/>
              <a:defRPr sz="8000">
                <a:solidFill>
                  <a:schemeClr val="dk1"/>
                </a:solidFill>
                <a:latin typeface="Figtree"/>
                <a:ea typeface="Figtree"/>
                <a:cs typeface="Figtree"/>
                <a:sym typeface="Figtree"/>
              </a:defRPr>
            </a:lvl5pPr>
            <a:lvl6pPr lvl="5" algn="ctr">
              <a:lnSpc>
                <a:spcPct val="90000"/>
              </a:lnSpc>
              <a:spcBef>
                <a:spcPts val="0"/>
              </a:spcBef>
              <a:spcAft>
                <a:spcPts val="0"/>
              </a:spcAft>
              <a:buClr>
                <a:schemeClr val="dk1"/>
              </a:buClr>
              <a:buSzPts val="8000"/>
              <a:buFont typeface="Figtree"/>
              <a:buNone/>
              <a:defRPr sz="8000">
                <a:solidFill>
                  <a:schemeClr val="dk1"/>
                </a:solidFill>
                <a:latin typeface="Figtree"/>
                <a:ea typeface="Figtree"/>
                <a:cs typeface="Figtree"/>
                <a:sym typeface="Figtree"/>
              </a:defRPr>
            </a:lvl6pPr>
            <a:lvl7pPr lvl="6" algn="ctr">
              <a:lnSpc>
                <a:spcPct val="90000"/>
              </a:lnSpc>
              <a:spcBef>
                <a:spcPts val="0"/>
              </a:spcBef>
              <a:spcAft>
                <a:spcPts val="0"/>
              </a:spcAft>
              <a:buClr>
                <a:schemeClr val="dk1"/>
              </a:buClr>
              <a:buSzPts val="8000"/>
              <a:buFont typeface="Figtree"/>
              <a:buNone/>
              <a:defRPr sz="8000">
                <a:solidFill>
                  <a:schemeClr val="dk1"/>
                </a:solidFill>
                <a:latin typeface="Figtree"/>
                <a:ea typeface="Figtree"/>
                <a:cs typeface="Figtree"/>
                <a:sym typeface="Figtree"/>
              </a:defRPr>
            </a:lvl7pPr>
            <a:lvl8pPr lvl="7" algn="ctr">
              <a:lnSpc>
                <a:spcPct val="90000"/>
              </a:lnSpc>
              <a:spcBef>
                <a:spcPts val="0"/>
              </a:spcBef>
              <a:spcAft>
                <a:spcPts val="0"/>
              </a:spcAft>
              <a:buClr>
                <a:schemeClr val="dk1"/>
              </a:buClr>
              <a:buSzPts val="8000"/>
              <a:buFont typeface="Figtree"/>
              <a:buNone/>
              <a:defRPr sz="8000">
                <a:solidFill>
                  <a:schemeClr val="dk1"/>
                </a:solidFill>
                <a:latin typeface="Figtree"/>
                <a:ea typeface="Figtree"/>
                <a:cs typeface="Figtree"/>
                <a:sym typeface="Figtree"/>
              </a:defRPr>
            </a:lvl8pPr>
            <a:lvl9pPr lvl="8" algn="ctr">
              <a:lnSpc>
                <a:spcPct val="90000"/>
              </a:lnSpc>
              <a:spcBef>
                <a:spcPts val="0"/>
              </a:spcBef>
              <a:spcAft>
                <a:spcPts val="0"/>
              </a:spcAft>
              <a:buClr>
                <a:schemeClr val="dk1"/>
              </a:buClr>
              <a:buSzPts val="8000"/>
              <a:buFont typeface="Figtree"/>
              <a:buNone/>
              <a:defRPr sz="8000">
                <a:solidFill>
                  <a:schemeClr val="dk1"/>
                </a:solidFill>
                <a:latin typeface="Figtree"/>
                <a:ea typeface="Figtree"/>
                <a:cs typeface="Figtree"/>
                <a:sym typeface="Figtree"/>
              </a:defRPr>
            </a:lvl9pPr>
          </a:lstStyle>
          <a:p/>
        </p:txBody>
      </p:sp>
      <p:sp>
        <p:nvSpPr>
          <p:cNvPr id="378" name="Google Shape;378;p38"/>
          <p:cNvSpPr txBox="1"/>
          <p:nvPr>
            <p:ph idx="1" type="subTitle"/>
          </p:nvPr>
        </p:nvSpPr>
        <p:spPr>
          <a:xfrm>
            <a:off x="1643100" y="2881050"/>
            <a:ext cx="5857800" cy="431700"/>
          </a:xfrm>
          <a:prstGeom prst="rect">
            <a:avLst/>
          </a:prstGeom>
        </p:spPr>
        <p:txBody>
          <a:bodyPr anchorCtr="0" anchor="ctr" bIns="0" lIns="0" spcFirstLastPara="1" rIns="0" wrap="square" tIns="0">
            <a:noAutofit/>
          </a:bodyPr>
          <a:lstStyle>
            <a:lvl1pPr lvl="0" algn="ctr">
              <a:lnSpc>
                <a:spcPct val="95000"/>
              </a:lnSpc>
              <a:spcBef>
                <a:spcPts val="0"/>
              </a:spcBef>
              <a:spcAft>
                <a:spcPts val="0"/>
              </a:spcAft>
              <a:buNone/>
              <a:defRPr>
                <a:solidFill>
                  <a:schemeClr val="dk2"/>
                </a:solidFill>
                <a:latin typeface="Jost"/>
                <a:ea typeface="Jost"/>
                <a:cs typeface="Jost"/>
                <a:sym typeface="Jost"/>
              </a:defRPr>
            </a:lvl1pPr>
            <a:lvl2pPr lvl="1" algn="ctr">
              <a:lnSpc>
                <a:spcPct val="95000"/>
              </a:lnSpc>
              <a:spcBef>
                <a:spcPts val="0"/>
              </a:spcBef>
              <a:spcAft>
                <a:spcPts val="0"/>
              </a:spcAft>
              <a:buNone/>
              <a:defRPr>
                <a:solidFill>
                  <a:schemeClr val="dk2"/>
                </a:solidFill>
                <a:latin typeface="Jost"/>
                <a:ea typeface="Jost"/>
                <a:cs typeface="Jost"/>
                <a:sym typeface="Jost"/>
              </a:defRPr>
            </a:lvl2pPr>
            <a:lvl3pPr lvl="2" algn="ctr">
              <a:lnSpc>
                <a:spcPct val="95000"/>
              </a:lnSpc>
              <a:spcBef>
                <a:spcPts val="0"/>
              </a:spcBef>
              <a:spcAft>
                <a:spcPts val="0"/>
              </a:spcAft>
              <a:buNone/>
              <a:defRPr>
                <a:solidFill>
                  <a:schemeClr val="dk2"/>
                </a:solidFill>
                <a:latin typeface="Jost"/>
                <a:ea typeface="Jost"/>
                <a:cs typeface="Jost"/>
                <a:sym typeface="Jost"/>
              </a:defRPr>
            </a:lvl3pPr>
            <a:lvl4pPr lvl="3" algn="ctr">
              <a:lnSpc>
                <a:spcPct val="95000"/>
              </a:lnSpc>
              <a:spcBef>
                <a:spcPts val="0"/>
              </a:spcBef>
              <a:spcAft>
                <a:spcPts val="0"/>
              </a:spcAft>
              <a:buNone/>
              <a:defRPr>
                <a:solidFill>
                  <a:schemeClr val="dk2"/>
                </a:solidFill>
                <a:latin typeface="Jost"/>
                <a:ea typeface="Jost"/>
                <a:cs typeface="Jost"/>
                <a:sym typeface="Jost"/>
              </a:defRPr>
            </a:lvl4pPr>
            <a:lvl5pPr lvl="4" algn="ctr">
              <a:lnSpc>
                <a:spcPct val="95000"/>
              </a:lnSpc>
              <a:spcBef>
                <a:spcPts val="0"/>
              </a:spcBef>
              <a:spcAft>
                <a:spcPts val="0"/>
              </a:spcAft>
              <a:buNone/>
              <a:defRPr>
                <a:solidFill>
                  <a:schemeClr val="dk2"/>
                </a:solidFill>
                <a:latin typeface="Jost"/>
                <a:ea typeface="Jost"/>
                <a:cs typeface="Jost"/>
                <a:sym typeface="Jost"/>
              </a:defRPr>
            </a:lvl5pPr>
            <a:lvl6pPr lvl="5" algn="ctr">
              <a:lnSpc>
                <a:spcPct val="95000"/>
              </a:lnSpc>
              <a:spcBef>
                <a:spcPts val="0"/>
              </a:spcBef>
              <a:spcAft>
                <a:spcPts val="0"/>
              </a:spcAft>
              <a:buNone/>
              <a:defRPr>
                <a:solidFill>
                  <a:schemeClr val="dk2"/>
                </a:solidFill>
                <a:latin typeface="Jost"/>
                <a:ea typeface="Jost"/>
                <a:cs typeface="Jost"/>
                <a:sym typeface="Jost"/>
              </a:defRPr>
            </a:lvl6pPr>
            <a:lvl7pPr lvl="6" algn="ctr">
              <a:lnSpc>
                <a:spcPct val="95000"/>
              </a:lnSpc>
              <a:spcBef>
                <a:spcPts val="0"/>
              </a:spcBef>
              <a:spcAft>
                <a:spcPts val="0"/>
              </a:spcAft>
              <a:buNone/>
              <a:defRPr>
                <a:solidFill>
                  <a:schemeClr val="dk2"/>
                </a:solidFill>
                <a:latin typeface="Jost"/>
                <a:ea typeface="Jost"/>
                <a:cs typeface="Jost"/>
                <a:sym typeface="Jost"/>
              </a:defRPr>
            </a:lvl7pPr>
            <a:lvl8pPr lvl="7" algn="ctr">
              <a:lnSpc>
                <a:spcPct val="95000"/>
              </a:lnSpc>
              <a:spcBef>
                <a:spcPts val="0"/>
              </a:spcBef>
              <a:spcAft>
                <a:spcPts val="0"/>
              </a:spcAft>
              <a:buNone/>
              <a:defRPr>
                <a:solidFill>
                  <a:schemeClr val="dk2"/>
                </a:solidFill>
                <a:latin typeface="Jost"/>
                <a:ea typeface="Jost"/>
                <a:cs typeface="Jost"/>
                <a:sym typeface="Jost"/>
              </a:defRPr>
            </a:lvl8pPr>
            <a:lvl9pPr lvl="8" algn="ctr">
              <a:lnSpc>
                <a:spcPct val="95000"/>
              </a:lnSpc>
              <a:spcBef>
                <a:spcPts val="0"/>
              </a:spcBef>
              <a:spcAft>
                <a:spcPts val="0"/>
              </a:spcAft>
              <a:buNone/>
              <a:defRPr>
                <a:solidFill>
                  <a:schemeClr val="dk2"/>
                </a:solidFill>
                <a:latin typeface="Jost"/>
                <a:ea typeface="Jost"/>
                <a:cs typeface="Jost"/>
                <a:sym typeface="Jost"/>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379" name="Shape 379"/>
        <p:cNvGrpSpPr/>
        <p:nvPr/>
      </p:nvGrpSpPr>
      <p:grpSpPr>
        <a:xfrm>
          <a:off x="0" y="0"/>
          <a:ext cx="0" cy="0"/>
          <a:chOff x="0" y="0"/>
          <a:chExt cx="0" cy="0"/>
        </a:xfrm>
      </p:grpSpPr>
      <p:sp>
        <p:nvSpPr>
          <p:cNvPr id="380" name="Google Shape;380;p39"/>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381" name="Google Shape;381;p39"/>
          <p:cNvSpPr txBox="1"/>
          <p:nvPr>
            <p:ph idx="1" type="subTitle"/>
          </p:nvPr>
        </p:nvSpPr>
        <p:spPr>
          <a:xfrm>
            <a:off x="311700" y="2834125"/>
            <a:ext cx="8520600" cy="792600"/>
          </a:xfrm>
          <a:prstGeom prst="rect">
            <a:avLst/>
          </a:prstGeom>
        </p:spPr>
        <p:txBody>
          <a:bodyPr anchorCtr="0" anchor="t" bIns="0" lIns="0" spcFirstLastPara="1" rIns="0" wrap="square" tIns="0">
            <a:sp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382" name="Shape 382"/>
        <p:cNvGrpSpPr/>
        <p:nvPr/>
      </p:nvGrpSpPr>
      <p:grpSpPr>
        <a:xfrm>
          <a:off x="0" y="0"/>
          <a:ext cx="0" cy="0"/>
          <a:chOff x="0" y="0"/>
          <a:chExt cx="0" cy="0"/>
        </a:xfrm>
      </p:grpSpPr>
      <p:sp>
        <p:nvSpPr>
          <p:cNvPr id="383" name="Google Shape;383;p40"/>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384" name="Shape 384"/>
        <p:cNvGrpSpPr/>
        <p:nvPr/>
      </p:nvGrpSpPr>
      <p:grpSpPr>
        <a:xfrm>
          <a:off x="0" y="0"/>
          <a:ext cx="0" cy="0"/>
          <a:chOff x="0" y="0"/>
          <a:chExt cx="0" cy="0"/>
        </a:xfrm>
      </p:grpSpPr>
      <p:sp>
        <p:nvSpPr>
          <p:cNvPr id="385" name="Google Shape;385;p4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5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6" name="Google Shape;386;p41"/>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387" name="Shape 387"/>
        <p:cNvGrpSpPr/>
        <p:nvPr/>
      </p:nvGrpSpPr>
      <p:grpSpPr>
        <a:xfrm>
          <a:off x="0" y="0"/>
          <a:ext cx="0" cy="0"/>
          <a:chOff x="0" y="0"/>
          <a:chExt cx="0" cy="0"/>
        </a:xfrm>
      </p:grpSpPr>
      <p:sp>
        <p:nvSpPr>
          <p:cNvPr id="388" name="Google Shape;388;p4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5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9" name="Google Shape;389;p42"/>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90" name="Google Shape;390;p42"/>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91" name="Shape 391"/>
        <p:cNvGrpSpPr/>
        <p:nvPr/>
      </p:nvGrpSpPr>
      <p:grpSpPr>
        <a:xfrm>
          <a:off x="0" y="0"/>
          <a:ext cx="0" cy="0"/>
          <a:chOff x="0" y="0"/>
          <a:chExt cx="0" cy="0"/>
        </a:xfrm>
      </p:grpSpPr>
      <p:sp>
        <p:nvSpPr>
          <p:cNvPr id="392" name="Google Shape;392;p4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5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393" name="Shape 393"/>
        <p:cNvGrpSpPr/>
        <p:nvPr/>
      </p:nvGrpSpPr>
      <p:grpSpPr>
        <a:xfrm>
          <a:off x="0" y="0"/>
          <a:ext cx="0" cy="0"/>
          <a:chOff x="0" y="0"/>
          <a:chExt cx="0" cy="0"/>
        </a:xfrm>
      </p:grpSpPr>
      <p:sp>
        <p:nvSpPr>
          <p:cNvPr id="394" name="Google Shape;394;p44"/>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95" name="Google Shape;395;p44"/>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396" name="Shape 396"/>
        <p:cNvGrpSpPr/>
        <p:nvPr/>
      </p:nvGrpSpPr>
      <p:grpSpPr>
        <a:xfrm>
          <a:off x="0" y="0"/>
          <a:ext cx="0" cy="0"/>
          <a:chOff x="0" y="0"/>
          <a:chExt cx="0" cy="0"/>
        </a:xfrm>
      </p:grpSpPr>
      <p:sp>
        <p:nvSpPr>
          <p:cNvPr id="397" name="Google Shape;397;p45"/>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398" name="Shape 398"/>
        <p:cNvGrpSpPr/>
        <p:nvPr/>
      </p:nvGrpSpPr>
      <p:grpSpPr>
        <a:xfrm>
          <a:off x="0" y="0"/>
          <a:ext cx="0" cy="0"/>
          <a:chOff x="0" y="0"/>
          <a:chExt cx="0" cy="0"/>
        </a:xfrm>
      </p:grpSpPr>
      <p:sp>
        <p:nvSpPr>
          <p:cNvPr id="399" name="Google Shape;399;p46"/>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00" name="Google Shape;400;p46"/>
          <p:cNvSpPr txBox="1"/>
          <p:nvPr>
            <p:ph idx="1" type="subTitle"/>
          </p:nvPr>
        </p:nvSpPr>
        <p:spPr>
          <a:xfrm>
            <a:off x="265500" y="2803075"/>
            <a:ext cx="4045200" cy="1235100"/>
          </a:xfrm>
          <a:prstGeom prst="rect">
            <a:avLst/>
          </a:prstGeom>
        </p:spPr>
        <p:txBody>
          <a:bodyPr anchorCtr="0" anchor="t" bIns="0" lIns="0" spcFirstLastPara="1" rIns="0" wrap="square" tIns="0">
            <a:sp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401" name="Google Shape;401;p46"/>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402" name="Shape 402"/>
        <p:cNvGrpSpPr/>
        <p:nvPr/>
      </p:nvGrpSpPr>
      <p:grpSpPr>
        <a:xfrm>
          <a:off x="0" y="0"/>
          <a:ext cx="0" cy="0"/>
          <a:chOff x="0" y="0"/>
          <a:chExt cx="0" cy="0"/>
        </a:xfrm>
      </p:grpSpPr>
      <p:sp>
        <p:nvSpPr>
          <p:cNvPr id="403" name="Google Shape;403;p47"/>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200"/>
              <a:buNone/>
              <a:defRPr/>
            </a:lvl1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404" name="Shape 404"/>
        <p:cNvGrpSpPr/>
        <p:nvPr/>
      </p:nvGrpSpPr>
      <p:grpSpPr>
        <a:xfrm>
          <a:off x="0" y="0"/>
          <a:ext cx="0" cy="0"/>
          <a:chOff x="0" y="0"/>
          <a:chExt cx="0" cy="0"/>
        </a:xfrm>
      </p:grpSpPr>
      <p:sp>
        <p:nvSpPr>
          <p:cNvPr id="405" name="Google Shape;405;p48"/>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06" name="Google Shape;406;p48"/>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Char char="●"/>
              <a:defRPr/>
            </a:lvl1pPr>
            <a:lvl2pPr indent="-304800" lvl="1" marL="914400" algn="ctr">
              <a:spcBef>
                <a:spcPts val="0"/>
              </a:spcBef>
              <a:spcAft>
                <a:spcPts val="0"/>
              </a:spcAft>
              <a:buSzPts val="1200"/>
              <a:buChar char="○"/>
              <a:defRPr/>
            </a:lvl2pPr>
            <a:lvl3pPr indent="-304800" lvl="2" marL="1371600" algn="ctr">
              <a:spcBef>
                <a:spcPts val="0"/>
              </a:spcBef>
              <a:spcAft>
                <a:spcPts val="0"/>
              </a:spcAft>
              <a:buSzPts val="12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407" name="Shape 407"/>
        <p:cNvGrpSpPr/>
        <p:nvPr/>
      </p:nvGrpSpPr>
      <p:grpSpPr>
        <a:xfrm>
          <a:off x="0" y="0"/>
          <a:ext cx="0" cy="0"/>
          <a:chOff x="0" y="0"/>
          <a:chExt cx="0" cy="0"/>
        </a:xfrm>
      </p:grpSpPr>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408" name="Shape 408"/>
        <p:cNvGrpSpPr/>
        <p:nvPr/>
      </p:nvGrpSpPr>
      <p:grpSpPr>
        <a:xfrm>
          <a:off x="0" y="0"/>
          <a:ext cx="0" cy="0"/>
          <a:chOff x="0" y="0"/>
          <a:chExt cx="0" cy="0"/>
        </a:xfrm>
      </p:grpSpPr>
      <p:sp>
        <p:nvSpPr>
          <p:cNvPr id="409" name="Google Shape;409;p50"/>
          <p:cNvSpPr txBox="1"/>
          <p:nvPr>
            <p:ph type="title"/>
          </p:nvPr>
        </p:nvSpPr>
        <p:spPr>
          <a:xfrm>
            <a:off x="677325" y="1832775"/>
            <a:ext cx="3217200" cy="14841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0" name="Google Shape;410;p50"/>
          <p:cNvSpPr txBox="1"/>
          <p:nvPr>
            <p:ph idx="1" type="subTitle"/>
          </p:nvPr>
        </p:nvSpPr>
        <p:spPr>
          <a:xfrm>
            <a:off x="4406650" y="393750"/>
            <a:ext cx="44097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11" name="Google Shape;411;p50"/>
          <p:cNvSpPr txBox="1"/>
          <p:nvPr>
            <p:ph idx="2" type="subTitle"/>
          </p:nvPr>
        </p:nvSpPr>
        <p:spPr>
          <a:xfrm>
            <a:off x="4406650" y="1151705"/>
            <a:ext cx="44097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12" name="Google Shape;412;p50"/>
          <p:cNvSpPr txBox="1"/>
          <p:nvPr>
            <p:ph idx="3" type="subTitle"/>
          </p:nvPr>
        </p:nvSpPr>
        <p:spPr>
          <a:xfrm>
            <a:off x="4406650" y="3425570"/>
            <a:ext cx="44097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13" name="Google Shape;413;p50"/>
          <p:cNvSpPr txBox="1"/>
          <p:nvPr>
            <p:ph idx="4" type="subTitle"/>
          </p:nvPr>
        </p:nvSpPr>
        <p:spPr>
          <a:xfrm>
            <a:off x="4406650" y="1909660"/>
            <a:ext cx="44097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14" name="Google Shape;414;p50"/>
          <p:cNvSpPr txBox="1"/>
          <p:nvPr>
            <p:ph idx="5" type="subTitle"/>
          </p:nvPr>
        </p:nvSpPr>
        <p:spPr>
          <a:xfrm>
            <a:off x="4406650" y="4183525"/>
            <a:ext cx="44097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15" name="Google Shape;415;p50"/>
          <p:cNvSpPr txBox="1"/>
          <p:nvPr>
            <p:ph idx="6" type="subTitle"/>
          </p:nvPr>
        </p:nvSpPr>
        <p:spPr>
          <a:xfrm>
            <a:off x="4406650" y="2667615"/>
            <a:ext cx="44097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416" name="Shape 416"/>
        <p:cNvGrpSpPr/>
        <p:nvPr/>
      </p:nvGrpSpPr>
      <p:grpSpPr>
        <a:xfrm>
          <a:off x="0" y="0"/>
          <a:ext cx="0" cy="0"/>
          <a:chOff x="0" y="0"/>
          <a:chExt cx="0" cy="0"/>
        </a:xfrm>
      </p:grpSpPr>
      <p:sp>
        <p:nvSpPr>
          <p:cNvPr id="417" name="Google Shape;417;p5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5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8" name="Google Shape;418;p51"/>
          <p:cNvSpPr txBox="1"/>
          <p:nvPr>
            <p:ph idx="1" type="body"/>
          </p:nvPr>
        </p:nvSpPr>
        <p:spPr>
          <a:xfrm>
            <a:off x="311700" y="1152475"/>
            <a:ext cx="44739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19" name="Google Shape;419;p51"/>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420" name="Shape 420"/>
        <p:cNvGrpSpPr/>
        <p:nvPr/>
      </p:nvGrpSpPr>
      <p:grpSpPr>
        <a:xfrm>
          <a:off x="0" y="0"/>
          <a:ext cx="0" cy="0"/>
          <a:chOff x="0" y="0"/>
          <a:chExt cx="0" cy="0"/>
        </a:xfrm>
      </p:grpSpPr>
      <p:sp>
        <p:nvSpPr>
          <p:cNvPr id="421" name="Google Shape;421;p52"/>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422" name="Google Shape;422;p52"/>
          <p:cNvSpPr txBox="1"/>
          <p:nvPr>
            <p:ph idx="1" type="body"/>
          </p:nvPr>
        </p:nvSpPr>
        <p:spPr>
          <a:xfrm>
            <a:off x="48315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23" name="Google Shape;423;p52"/>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24" name="Google Shape;424;p52"/>
          <p:cNvSpPr txBox="1"/>
          <p:nvPr>
            <p:ph idx="3" type="subTitle"/>
          </p:nvPr>
        </p:nvSpPr>
        <p:spPr>
          <a:xfrm>
            <a:off x="483150" y="1336161"/>
            <a:ext cx="36198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25" name="Google Shape;425;p52"/>
          <p:cNvSpPr txBox="1"/>
          <p:nvPr>
            <p:ph idx="4" type="subTitle"/>
          </p:nvPr>
        </p:nvSpPr>
        <p:spPr>
          <a:xfrm>
            <a:off x="5048000" y="1336161"/>
            <a:ext cx="36198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426" name="Shape 426"/>
        <p:cNvGrpSpPr/>
        <p:nvPr/>
      </p:nvGrpSpPr>
      <p:grpSpPr>
        <a:xfrm>
          <a:off x="0" y="0"/>
          <a:ext cx="0" cy="0"/>
          <a:chOff x="0" y="0"/>
          <a:chExt cx="0" cy="0"/>
        </a:xfrm>
      </p:grpSpPr>
      <p:sp>
        <p:nvSpPr>
          <p:cNvPr id="427" name="Google Shape;427;p53"/>
          <p:cNvSpPr txBox="1"/>
          <p:nvPr>
            <p:ph idx="1" type="body"/>
          </p:nvPr>
        </p:nvSpPr>
        <p:spPr>
          <a:xfrm>
            <a:off x="4831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28" name="Google Shape;428;p53"/>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29" name="Google Shape;429;p53"/>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430" name="Google Shape;430;p53"/>
          <p:cNvSpPr txBox="1"/>
          <p:nvPr>
            <p:ph idx="3" type="subTitle"/>
          </p:nvPr>
        </p:nvSpPr>
        <p:spPr>
          <a:xfrm>
            <a:off x="483175" y="1336150"/>
            <a:ext cx="2455500" cy="7785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31" name="Google Shape;431;p53"/>
          <p:cNvSpPr txBox="1"/>
          <p:nvPr>
            <p:ph idx="4" type="subTitle"/>
          </p:nvPr>
        </p:nvSpPr>
        <p:spPr>
          <a:xfrm>
            <a:off x="3347725" y="1336150"/>
            <a:ext cx="2455500" cy="7785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32" name="Google Shape;432;p53"/>
          <p:cNvSpPr txBox="1"/>
          <p:nvPr>
            <p:ph idx="5" type="subTitle"/>
          </p:nvPr>
        </p:nvSpPr>
        <p:spPr>
          <a:xfrm>
            <a:off x="6212275" y="1336150"/>
            <a:ext cx="2455500" cy="7785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33" name="Google Shape;433;p53"/>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434" name="Shape 434"/>
        <p:cNvGrpSpPr/>
        <p:nvPr/>
      </p:nvGrpSpPr>
      <p:grpSpPr>
        <a:xfrm>
          <a:off x="0" y="0"/>
          <a:ext cx="0" cy="0"/>
          <a:chOff x="0" y="0"/>
          <a:chExt cx="0" cy="0"/>
        </a:xfrm>
      </p:grpSpPr>
      <p:sp>
        <p:nvSpPr>
          <p:cNvPr id="435" name="Google Shape;435;p54"/>
          <p:cNvSpPr txBox="1"/>
          <p:nvPr>
            <p:ph idx="1" type="body"/>
          </p:nvPr>
        </p:nvSpPr>
        <p:spPr>
          <a:xfrm>
            <a:off x="366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36" name="Google Shape;436;p54"/>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37" name="Google Shape;437;p54"/>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38" name="Google Shape;438;p54"/>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39" name="Google Shape;439;p54"/>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440" name="Google Shape;440;p54"/>
          <p:cNvSpPr txBox="1"/>
          <p:nvPr>
            <p:ph idx="5" type="subTitle"/>
          </p:nvPr>
        </p:nvSpPr>
        <p:spPr>
          <a:xfrm>
            <a:off x="366763" y="1277907"/>
            <a:ext cx="3838500" cy="4812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41" name="Google Shape;441;p54"/>
          <p:cNvSpPr txBox="1"/>
          <p:nvPr>
            <p:ph idx="6" type="subTitle"/>
          </p:nvPr>
        </p:nvSpPr>
        <p:spPr>
          <a:xfrm>
            <a:off x="4938738" y="1277907"/>
            <a:ext cx="3838500" cy="4812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42" name="Google Shape;442;p54"/>
          <p:cNvSpPr txBox="1"/>
          <p:nvPr>
            <p:ph idx="7" type="subTitle"/>
          </p:nvPr>
        </p:nvSpPr>
        <p:spPr>
          <a:xfrm>
            <a:off x="4938761" y="3167363"/>
            <a:ext cx="3838500" cy="4812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43" name="Google Shape;443;p54"/>
          <p:cNvSpPr txBox="1"/>
          <p:nvPr>
            <p:ph idx="8" type="subTitle"/>
          </p:nvPr>
        </p:nvSpPr>
        <p:spPr>
          <a:xfrm>
            <a:off x="366750" y="3167363"/>
            <a:ext cx="3838500" cy="4812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444" name="Shape 444"/>
        <p:cNvGrpSpPr/>
        <p:nvPr/>
      </p:nvGrpSpPr>
      <p:grpSpPr>
        <a:xfrm>
          <a:off x="0" y="0"/>
          <a:ext cx="0" cy="0"/>
          <a:chOff x="0" y="0"/>
          <a:chExt cx="0" cy="0"/>
        </a:xfrm>
      </p:grpSpPr>
      <p:sp>
        <p:nvSpPr>
          <p:cNvPr id="445" name="Google Shape;445;p5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5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6" name="Google Shape;446;p55"/>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447" name="Shape 447"/>
        <p:cNvGrpSpPr/>
        <p:nvPr/>
      </p:nvGrpSpPr>
      <p:grpSpPr>
        <a:xfrm>
          <a:off x="0" y="0"/>
          <a:ext cx="0" cy="0"/>
          <a:chOff x="0" y="0"/>
          <a:chExt cx="0" cy="0"/>
        </a:xfrm>
      </p:grpSpPr>
      <p:sp>
        <p:nvSpPr>
          <p:cNvPr id="448" name="Google Shape;448;p56"/>
          <p:cNvSpPr txBox="1"/>
          <p:nvPr>
            <p:ph idx="1" type="body"/>
          </p:nvPr>
        </p:nvSpPr>
        <p:spPr>
          <a:xfrm>
            <a:off x="311700"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49" name="Google Shape;449;p56"/>
          <p:cNvSpPr/>
          <p:nvPr>
            <p:ph idx="2" type="pic"/>
          </p:nvPr>
        </p:nvSpPr>
        <p:spPr>
          <a:xfrm>
            <a:off x="4804825" y="1133300"/>
            <a:ext cx="4027500" cy="2392800"/>
          </a:xfrm>
          <a:prstGeom prst="rect">
            <a:avLst/>
          </a:prstGeom>
          <a:noFill/>
          <a:ln>
            <a:noFill/>
          </a:ln>
        </p:spPr>
      </p:sp>
      <p:sp>
        <p:nvSpPr>
          <p:cNvPr id="450" name="Google Shape;450;p56"/>
          <p:cNvSpPr/>
          <p:nvPr>
            <p:ph idx="3" type="pic"/>
          </p:nvPr>
        </p:nvSpPr>
        <p:spPr>
          <a:xfrm>
            <a:off x="311725" y="1133300"/>
            <a:ext cx="4027500" cy="2392800"/>
          </a:xfrm>
          <a:prstGeom prst="rect">
            <a:avLst/>
          </a:prstGeom>
          <a:noFill/>
          <a:ln>
            <a:noFill/>
          </a:ln>
        </p:spPr>
      </p:sp>
      <p:sp>
        <p:nvSpPr>
          <p:cNvPr id="451" name="Google Shape;451;p56"/>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52" name="Google Shape;452;p5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5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3" name="Google Shape;453;p56"/>
          <p:cNvSpPr txBox="1"/>
          <p:nvPr>
            <p:ph idx="5" type="subTitle"/>
          </p:nvPr>
        </p:nvSpPr>
        <p:spPr>
          <a:xfrm>
            <a:off x="311725" y="3582900"/>
            <a:ext cx="4027500" cy="4812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54" name="Google Shape;454;p56"/>
          <p:cNvSpPr txBox="1"/>
          <p:nvPr>
            <p:ph idx="6" type="subTitle"/>
          </p:nvPr>
        </p:nvSpPr>
        <p:spPr>
          <a:xfrm>
            <a:off x="4804825" y="3582900"/>
            <a:ext cx="4027500" cy="4812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455" name="Shape 455"/>
        <p:cNvGrpSpPr/>
        <p:nvPr/>
      </p:nvGrpSpPr>
      <p:grpSpPr>
        <a:xfrm>
          <a:off x="0" y="0"/>
          <a:ext cx="0" cy="0"/>
          <a:chOff x="0" y="0"/>
          <a:chExt cx="0" cy="0"/>
        </a:xfrm>
      </p:grpSpPr>
      <p:sp>
        <p:nvSpPr>
          <p:cNvPr id="456" name="Google Shape;456;p57"/>
          <p:cNvSpPr txBox="1"/>
          <p:nvPr>
            <p:ph idx="1" type="body"/>
          </p:nvPr>
        </p:nvSpPr>
        <p:spPr>
          <a:xfrm>
            <a:off x="31170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57" name="Google Shape;457;p57"/>
          <p:cNvSpPr/>
          <p:nvPr>
            <p:ph idx="2" type="pic"/>
          </p:nvPr>
        </p:nvSpPr>
        <p:spPr>
          <a:xfrm>
            <a:off x="6205225" y="1128325"/>
            <a:ext cx="2627100" cy="2273100"/>
          </a:xfrm>
          <a:prstGeom prst="rect">
            <a:avLst/>
          </a:prstGeom>
          <a:noFill/>
          <a:ln>
            <a:noFill/>
          </a:ln>
        </p:spPr>
      </p:sp>
      <p:sp>
        <p:nvSpPr>
          <p:cNvPr id="458" name="Google Shape;458;p57"/>
          <p:cNvSpPr/>
          <p:nvPr>
            <p:ph idx="3" type="pic"/>
          </p:nvPr>
        </p:nvSpPr>
        <p:spPr>
          <a:xfrm>
            <a:off x="311725" y="1128325"/>
            <a:ext cx="2627100" cy="2273100"/>
          </a:xfrm>
          <a:prstGeom prst="rect">
            <a:avLst/>
          </a:prstGeom>
          <a:noFill/>
          <a:ln>
            <a:noFill/>
          </a:ln>
        </p:spPr>
      </p:sp>
      <p:sp>
        <p:nvSpPr>
          <p:cNvPr id="459" name="Google Shape;459;p57"/>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60" name="Google Shape;460;p57"/>
          <p:cNvSpPr/>
          <p:nvPr>
            <p:ph idx="5" type="pic"/>
          </p:nvPr>
        </p:nvSpPr>
        <p:spPr>
          <a:xfrm>
            <a:off x="3255250" y="1128325"/>
            <a:ext cx="2627100" cy="2273100"/>
          </a:xfrm>
          <a:prstGeom prst="rect">
            <a:avLst/>
          </a:prstGeom>
          <a:noFill/>
          <a:ln>
            <a:noFill/>
          </a:ln>
        </p:spPr>
      </p:sp>
      <p:sp>
        <p:nvSpPr>
          <p:cNvPr id="461" name="Google Shape;461;p57"/>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62" name="Google Shape;462;p5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5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3" name="Google Shape;463;p57"/>
          <p:cNvSpPr txBox="1"/>
          <p:nvPr>
            <p:ph idx="7" type="subTitle"/>
          </p:nvPr>
        </p:nvSpPr>
        <p:spPr>
          <a:xfrm>
            <a:off x="311725" y="3430500"/>
            <a:ext cx="2627100" cy="4812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64" name="Google Shape;464;p57"/>
          <p:cNvSpPr txBox="1"/>
          <p:nvPr>
            <p:ph idx="8" type="subTitle"/>
          </p:nvPr>
        </p:nvSpPr>
        <p:spPr>
          <a:xfrm>
            <a:off x="6205225" y="3430500"/>
            <a:ext cx="2627100" cy="4812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65" name="Google Shape;465;p57"/>
          <p:cNvSpPr txBox="1"/>
          <p:nvPr>
            <p:ph idx="9" type="subTitle"/>
          </p:nvPr>
        </p:nvSpPr>
        <p:spPr>
          <a:xfrm>
            <a:off x="3255250" y="3430500"/>
            <a:ext cx="2627100" cy="4812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466" name="Shape 466"/>
        <p:cNvGrpSpPr/>
        <p:nvPr/>
      </p:nvGrpSpPr>
      <p:grpSpPr>
        <a:xfrm>
          <a:off x="0" y="0"/>
          <a:ext cx="0" cy="0"/>
          <a:chOff x="0" y="0"/>
          <a:chExt cx="0" cy="0"/>
        </a:xfrm>
      </p:grpSpPr>
      <p:sp>
        <p:nvSpPr>
          <p:cNvPr id="467" name="Google Shape;467;p58"/>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468" name="Shape 468"/>
        <p:cNvGrpSpPr/>
        <p:nvPr/>
      </p:nvGrpSpPr>
      <p:grpSpPr>
        <a:xfrm>
          <a:off x="0" y="0"/>
          <a:ext cx="0" cy="0"/>
          <a:chOff x="0" y="0"/>
          <a:chExt cx="0" cy="0"/>
        </a:xfrm>
      </p:grpSpPr>
      <p:sp>
        <p:nvSpPr>
          <p:cNvPr id="469" name="Google Shape;469;p59"/>
          <p:cNvSpPr/>
          <p:nvPr>
            <p:ph idx="2" type="pic"/>
          </p:nvPr>
        </p:nvSpPr>
        <p:spPr>
          <a:xfrm>
            <a:off x="3389600" y="118913"/>
            <a:ext cx="1643700" cy="1535100"/>
          </a:xfrm>
          <a:prstGeom prst="rect">
            <a:avLst/>
          </a:prstGeom>
          <a:noFill/>
          <a:ln>
            <a:noFill/>
          </a:ln>
        </p:spPr>
      </p:sp>
      <p:sp>
        <p:nvSpPr>
          <p:cNvPr id="470" name="Google Shape;470;p59"/>
          <p:cNvSpPr/>
          <p:nvPr>
            <p:ph idx="3" type="pic"/>
          </p:nvPr>
        </p:nvSpPr>
        <p:spPr>
          <a:xfrm>
            <a:off x="5195935" y="118913"/>
            <a:ext cx="1643700" cy="1535100"/>
          </a:xfrm>
          <a:prstGeom prst="rect">
            <a:avLst/>
          </a:prstGeom>
          <a:noFill/>
          <a:ln>
            <a:noFill/>
          </a:ln>
        </p:spPr>
      </p:sp>
      <p:sp>
        <p:nvSpPr>
          <p:cNvPr id="471" name="Google Shape;471;p59"/>
          <p:cNvSpPr/>
          <p:nvPr>
            <p:ph idx="4" type="pic"/>
          </p:nvPr>
        </p:nvSpPr>
        <p:spPr>
          <a:xfrm>
            <a:off x="7002270" y="118913"/>
            <a:ext cx="1643700" cy="1535100"/>
          </a:xfrm>
          <a:prstGeom prst="rect">
            <a:avLst/>
          </a:prstGeom>
          <a:noFill/>
          <a:ln>
            <a:noFill/>
          </a:ln>
        </p:spPr>
      </p:sp>
      <p:sp>
        <p:nvSpPr>
          <p:cNvPr id="472" name="Google Shape;472;p59"/>
          <p:cNvSpPr/>
          <p:nvPr>
            <p:ph idx="5" type="pic"/>
          </p:nvPr>
        </p:nvSpPr>
        <p:spPr>
          <a:xfrm>
            <a:off x="3389588" y="1804212"/>
            <a:ext cx="1643700" cy="1535100"/>
          </a:xfrm>
          <a:prstGeom prst="rect">
            <a:avLst/>
          </a:prstGeom>
          <a:noFill/>
          <a:ln>
            <a:noFill/>
          </a:ln>
        </p:spPr>
      </p:sp>
      <p:sp>
        <p:nvSpPr>
          <p:cNvPr id="473" name="Google Shape;473;p59"/>
          <p:cNvSpPr/>
          <p:nvPr>
            <p:ph idx="6" type="pic"/>
          </p:nvPr>
        </p:nvSpPr>
        <p:spPr>
          <a:xfrm>
            <a:off x="5195922" y="1804212"/>
            <a:ext cx="1643700" cy="1535100"/>
          </a:xfrm>
          <a:prstGeom prst="rect">
            <a:avLst/>
          </a:prstGeom>
          <a:noFill/>
          <a:ln>
            <a:noFill/>
          </a:ln>
        </p:spPr>
      </p:sp>
      <p:sp>
        <p:nvSpPr>
          <p:cNvPr id="474" name="Google Shape;474;p59"/>
          <p:cNvSpPr/>
          <p:nvPr>
            <p:ph idx="7" type="pic"/>
          </p:nvPr>
        </p:nvSpPr>
        <p:spPr>
          <a:xfrm>
            <a:off x="7002257" y="1804212"/>
            <a:ext cx="1643700" cy="1535100"/>
          </a:xfrm>
          <a:prstGeom prst="rect">
            <a:avLst/>
          </a:prstGeom>
          <a:noFill/>
          <a:ln>
            <a:noFill/>
          </a:ln>
        </p:spPr>
      </p:sp>
      <p:sp>
        <p:nvSpPr>
          <p:cNvPr id="475" name="Google Shape;475;p59"/>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5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6" name="Google Shape;476;p59"/>
          <p:cNvSpPr/>
          <p:nvPr>
            <p:ph idx="8" type="pic"/>
          </p:nvPr>
        </p:nvSpPr>
        <p:spPr>
          <a:xfrm>
            <a:off x="3389588" y="3489487"/>
            <a:ext cx="1643700" cy="1535100"/>
          </a:xfrm>
          <a:prstGeom prst="rect">
            <a:avLst/>
          </a:prstGeom>
          <a:noFill/>
          <a:ln>
            <a:noFill/>
          </a:ln>
        </p:spPr>
      </p:sp>
      <p:sp>
        <p:nvSpPr>
          <p:cNvPr id="477" name="Google Shape;477;p59"/>
          <p:cNvSpPr/>
          <p:nvPr>
            <p:ph idx="9" type="pic"/>
          </p:nvPr>
        </p:nvSpPr>
        <p:spPr>
          <a:xfrm>
            <a:off x="5195922" y="3489487"/>
            <a:ext cx="1643700" cy="1535100"/>
          </a:xfrm>
          <a:prstGeom prst="rect">
            <a:avLst/>
          </a:prstGeom>
          <a:noFill/>
          <a:ln>
            <a:noFill/>
          </a:ln>
        </p:spPr>
      </p:sp>
      <p:sp>
        <p:nvSpPr>
          <p:cNvPr id="478" name="Google Shape;478;p59"/>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51.xml"/><Relationship Id="rId20" Type="http://schemas.openxmlformats.org/officeDocument/2006/relationships/slideLayout" Target="../slideLayouts/slideLayout31.xml"/><Relationship Id="rId42" Type="http://schemas.openxmlformats.org/officeDocument/2006/relationships/slideLayout" Target="../slideLayouts/slideLayout53.xml"/><Relationship Id="rId41" Type="http://schemas.openxmlformats.org/officeDocument/2006/relationships/slideLayout" Target="../slideLayouts/slideLayout52.xml"/><Relationship Id="rId22" Type="http://schemas.openxmlformats.org/officeDocument/2006/relationships/slideLayout" Target="../slideLayouts/slideLayout33.xml"/><Relationship Id="rId44" Type="http://schemas.openxmlformats.org/officeDocument/2006/relationships/slideLayout" Target="../slideLayouts/slideLayout55.xml"/><Relationship Id="rId21" Type="http://schemas.openxmlformats.org/officeDocument/2006/relationships/slideLayout" Target="../slideLayouts/slideLayout32.xml"/><Relationship Id="rId43" Type="http://schemas.openxmlformats.org/officeDocument/2006/relationships/slideLayout" Target="../slideLayouts/slideLayout54.xml"/><Relationship Id="rId24" Type="http://schemas.openxmlformats.org/officeDocument/2006/relationships/slideLayout" Target="../slideLayouts/slideLayout35.xml"/><Relationship Id="rId46" Type="http://schemas.openxmlformats.org/officeDocument/2006/relationships/slideLayout" Target="../slideLayouts/slideLayout57.xml"/><Relationship Id="rId23" Type="http://schemas.openxmlformats.org/officeDocument/2006/relationships/slideLayout" Target="../slideLayouts/slideLayout34.xml"/><Relationship Id="rId45" Type="http://schemas.openxmlformats.org/officeDocument/2006/relationships/slideLayout" Target="../slideLayouts/slideLayout56.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47" Type="http://schemas.openxmlformats.org/officeDocument/2006/relationships/theme" Target="../theme/theme3.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5" Type="http://schemas.openxmlformats.org/officeDocument/2006/relationships/slideLayout" Target="../slideLayouts/slideLayout16.xml"/><Relationship Id="rId6" Type="http://schemas.openxmlformats.org/officeDocument/2006/relationships/slideLayout" Target="../slideLayouts/slideLayout17.xml"/><Relationship Id="rId29" Type="http://schemas.openxmlformats.org/officeDocument/2006/relationships/slideLayout" Target="../slideLayouts/slideLayout40.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slideLayout" Target="../slideLayouts/slideLayout42.xml"/><Relationship Id="rId30" Type="http://schemas.openxmlformats.org/officeDocument/2006/relationships/slideLayout" Target="../slideLayouts/slideLayout41.xml"/><Relationship Id="rId11" Type="http://schemas.openxmlformats.org/officeDocument/2006/relationships/slideLayout" Target="../slideLayouts/slideLayout22.xml"/><Relationship Id="rId33" Type="http://schemas.openxmlformats.org/officeDocument/2006/relationships/slideLayout" Target="../slideLayouts/slideLayout44.xml"/><Relationship Id="rId10" Type="http://schemas.openxmlformats.org/officeDocument/2006/relationships/slideLayout" Target="../slideLayouts/slideLayout21.xml"/><Relationship Id="rId32" Type="http://schemas.openxmlformats.org/officeDocument/2006/relationships/slideLayout" Target="../slideLayouts/slideLayout43.xml"/><Relationship Id="rId13" Type="http://schemas.openxmlformats.org/officeDocument/2006/relationships/slideLayout" Target="../slideLayouts/slideLayout24.xml"/><Relationship Id="rId35" Type="http://schemas.openxmlformats.org/officeDocument/2006/relationships/slideLayout" Target="../slideLayouts/slideLayout46.xml"/><Relationship Id="rId12" Type="http://schemas.openxmlformats.org/officeDocument/2006/relationships/slideLayout" Target="../slideLayouts/slideLayout23.xml"/><Relationship Id="rId34" Type="http://schemas.openxmlformats.org/officeDocument/2006/relationships/slideLayout" Target="../slideLayouts/slideLayout45.xml"/><Relationship Id="rId15" Type="http://schemas.openxmlformats.org/officeDocument/2006/relationships/slideLayout" Target="../slideLayouts/slideLayout26.xml"/><Relationship Id="rId37" Type="http://schemas.openxmlformats.org/officeDocument/2006/relationships/slideLayout" Target="../slideLayouts/slideLayout48.xml"/><Relationship Id="rId14" Type="http://schemas.openxmlformats.org/officeDocument/2006/relationships/slideLayout" Target="../slideLayouts/slideLayout25.xml"/><Relationship Id="rId36" Type="http://schemas.openxmlformats.org/officeDocument/2006/relationships/slideLayout" Target="../slideLayouts/slideLayout47.xml"/><Relationship Id="rId17" Type="http://schemas.openxmlformats.org/officeDocument/2006/relationships/slideLayout" Target="../slideLayouts/slideLayout28.xml"/><Relationship Id="rId39" Type="http://schemas.openxmlformats.org/officeDocument/2006/relationships/slideLayout" Target="../slideLayouts/slideLayout50.xml"/><Relationship Id="rId16" Type="http://schemas.openxmlformats.org/officeDocument/2006/relationships/slideLayout" Target="../slideLayouts/slideLayout27.xml"/><Relationship Id="rId38" Type="http://schemas.openxmlformats.org/officeDocument/2006/relationships/slideLayout" Target="../slideLayouts/slideLayout49.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230075" y="58625"/>
            <a:ext cx="2500500" cy="172200"/>
          </a:xfrm>
          <a:prstGeom prst="rect">
            <a:avLst/>
          </a:prstGeom>
          <a:noFill/>
          <a:ln>
            <a:noFill/>
          </a:ln>
        </p:spPr>
        <p:txBody>
          <a:bodyPr anchorCtr="0" anchor="ctr" bIns="0" lIns="0" spcFirstLastPara="1" rIns="0" wrap="square" tIns="0">
            <a:noAutofit/>
          </a:bodyPr>
          <a:lstStyle>
            <a:lvl1pPr lvl="0">
              <a:spcBef>
                <a:spcPts val="0"/>
              </a:spcBef>
              <a:spcAft>
                <a:spcPts val="0"/>
              </a:spcAft>
              <a:buNone/>
              <a:defRPr sz="700">
                <a:solidFill>
                  <a:schemeClr val="dk1"/>
                </a:solidFill>
                <a:latin typeface="Figtree"/>
                <a:ea typeface="Figtree"/>
                <a:cs typeface="Figtree"/>
                <a:sym typeface="Figtree"/>
              </a:defRPr>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52" name="Google Shape;52;p13"/>
          <p:cNvSpPr txBox="1"/>
          <p:nvPr>
            <p:ph idx="2" type="title"/>
          </p:nvPr>
        </p:nvSpPr>
        <p:spPr>
          <a:xfrm>
            <a:off x="6414875" y="58625"/>
            <a:ext cx="2500500" cy="172200"/>
          </a:xfrm>
          <a:prstGeom prst="rect">
            <a:avLst/>
          </a:prstGeom>
          <a:noFill/>
          <a:ln>
            <a:noFill/>
          </a:ln>
        </p:spPr>
        <p:txBody>
          <a:bodyPr anchorCtr="0" anchor="ctr" bIns="0" lIns="0" spcFirstLastPara="1" rIns="0" wrap="square" tIns="0">
            <a:noAutofit/>
          </a:bodyPr>
          <a:lstStyle>
            <a:lvl1pPr lvl="0" algn="r">
              <a:spcBef>
                <a:spcPts val="0"/>
              </a:spcBef>
              <a:spcAft>
                <a:spcPts val="0"/>
              </a:spcAft>
              <a:buNone/>
              <a:defRPr sz="700">
                <a:solidFill>
                  <a:schemeClr val="dk1"/>
                </a:solidFill>
                <a:latin typeface="Figtree"/>
                <a:ea typeface="Figtree"/>
                <a:cs typeface="Figtree"/>
                <a:sym typeface="Figtree"/>
              </a:defRPr>
            </a:lvl1pPr>
            <a:lvl2pPr lvl="1"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53" name="Google Shape;53;p13"/>
          <p:cNvSpPr txBox="1"/>
          <p:nvPr>
            <p:ph idx="1" type="body"/>
          </p:nvPr>
        </p:nvSpPr>
        <p:spPr>
          <a:xfrm>
            <a:off x="228600" y="2881050"/>
            <a:ext cx="4296600" cy="1936500"/>
          </a:xfrm>
          <a:prstGeom prst="rect">
            <a:avLst/>
          </a:prstGeom>
          <a:noFill/>
          <a:ln>
            <a:noFill/>
          </a:ln>
        </p:spPr>
        <p:txBody>
          <a:bodyPr anchorCtr="0" anchor="t" bIns="91425" lIns="91425" spcFirstLastPara="1" rIns="91425" wrap="square" tIns="91425">
            <a:noAutofit/>
          </a:bodyPr>
          <a:lstStyle>
            <a:lvl1pPr indent="-304800" lvl="0" marL="457200">
              <a:spcBef>
                <a:spcPts val="0"/>
              </a:spcBef>
              <a:spcAft>
                <a:spcPts val="0"/>
              </a:spcAft>
              <a:buClr>
                <a:schemeClr val="dk1"/>
              </a:buClr>
              <a:buSzPts val="1200"/>
              <a:buFont typeface="Jost"/>
              <a:buChar char="●"/>
              <a:defRPr sz="1200">
                <a:solidFill>
                  <a:schemeClr val="dk1"/>
                </a:solidFill>
                <a:latin typeface="Jost"/>
                <a:ea typeface="Jost"/>
                <a:cs typeface="Jost"/>
                <a:sym typeface="Jost"/>
              </a:defRPr>
            </a:lvl1pPr>
            <a:lvl2pPr indent="-304800" lvl="1" marL="914400">
              <a:spcBef>
                <a:spcPts val="0"/>
              </a:spcBef>
              <a:spcAft>
                <a:spcPts val="0"/>
              </a:spcAft>
              <a:buClr>
                <a:schemeClr val="dk1"/>
              </a:buClr>
              <a:buSzPts val="1200"/>
              <a:buFont typeface="Jost"/>
              <a:buChar char="○"/>
              <a:defRPr sz="1200">
                <a:solidFill>
                  <a:schemeClr val="dk1"/>
                </a:solidFill>
                <a:latin typeface="Jost"/>
                <a:ea typeface="Jost"/>
                <a:cs typeface="Jost"/>
                <a:sym typeface="Jost"/>
              </a:defRPr>
            </a:lvl2pPr>
            <a:lvl3pPr indent="-304800" lvl="2" marL="1371600">
              <a:spcBef>
                <a:spcPts val="0"/>
              </a:spcBef>
              <a:spcAft>
                <a:spcPts val="0"/>
              </a:spcAft>
              <a:buClr>
                <a:schemeClr val="dk1"/>
              </a:buClr>
              <a:buSzPts val="1200"/>
              <a:buFont typeface="Jost"/>
              <a:buChar char="■"/>
              <a:defRPr sz="1200">
                <a:solidFill>
                  <a:schemeClr val="dk1"/>
                </a:solidFill>
                <a:latin typeface="Jost"/>
                <a:ea typeface="Jost"/>
                <a:cs typeface="Jost"/>
                <a:sym typeface="Jost"/>
              </a:defRPr>
            </a:lvl3pPr>
            <a:lvl4pPr indent="-304800" lvl="3" marL="1828800">
              <a:spcBef>
                <a:spcPts val="0"/>
              </a:spcBef>
              <a:spcAft>
                <a:spcPts val="0"/>
              </a:spcAft>
              <a:buClr>
                <a:schemeClr val="dk1"/>
              </a:buClr>
              <a:buSzPts val="1200"/>
              <a:buFont typeface="Jost"/>
              <a:buChar char="●"/>
              <a:defRPr sz="1200">
                <a:solidFill>
                  <a:schemeClr val="dk1"/>
                </a:solidFill>
                <a:latin typeface="Jost"/>
                <a:ea typeface="Jost"/>
                <a:cs typeface="Jost"/>
                <a:sym typeface="Jost"/>
              </a:defRPr>
            </a:lvl4pPr>
            <a:lvl5pPr indent="-304800" lvl="4" marL="2286000">
              <a:spcBef>
                <a:spcPts val="0"/>
              </a:spcBef>
              <a:spcAft>
                <a:spcPts val="0"/>
              </a:spcAft>
              <a:buClr>
                <a:schemeClr val="dk1"/>
              </a:buClr>
              <a:buSzPts val="1200"/>
              <a:buFont typeface="Jost"/>
              <a:buChar char="○"/>
              <a:defRPr sz="1200">
                <a:solidFill>
                  <a:schemeClr val="dk1"/>
                </a:solidFill>
                <a:latin typeface="Jost"/>
                <a:ea typeface="Jost"/>
                <a:cs typeface="Jost"/>
                <a:sym typeface="Jost"/>
              </a:defRPr>
            </a:lvl5pPr>
            <a:lvl6pPr indent="-304800" lvl="5" marL="2743200">
              <a:spcBef>
                <a:spcPts val="0"/>
              </a:spcBef>
              <a:spcAft>
                <a:spcPts val="0"/>
              </a:spcAft>
              <a:buClr>
                <a:schemeClr val="dk1"/>
              </a:buClr>
              <a:buSzPts val="1200"/>
              <a:buFont typeface="Jost"/>
              <a:buChar char="■"/>
              <a:defRPr sz="1200">
                <a:solidFill>
                  <a:schemeClr val="dk1"/>
                </a:solidFill>
                <a:latin typeface="Jost"/>
                <a:ea typeface="Jost"/>
                <a:cs typeface="Jost"/>
                <a:sym typeface="Jost"/>
              </a:defRPr>
            </a:lvl6pPr>
            <a:lvl7pPr indent="-304800" lvl="6" marL="3200400">
              <a:spcBef>
                <a:spcPts val="0"/>
              </a:spcBef>
              <a:spcAft>
                <a:spcPts val="0"/>
              </a:spcAft>
              <a:buClr>
                <a:schemeClr val="dk1"/>
              </a:buClr>
              <a:buSzPts val="1200"/>
              <a:buFont typeface="Jost"/>
              <a:buChar char="●"/>
              <a:defRPr sz="1200">
                <a:solidFill>
                  <a:schemeClr val="dk1"/>
                </a:solidFill>
                <a:latin typeface="Jost"/>
                <a:ea typeface="Jost"/>
                <a:cs typeface="Jost"/>
                <a:sym typeface="Jost"/>
              </a:defRPr>
            </a:lvl7pPr>
            <a:lvl8pPr indent="-304800" lvl="7" marL="3657600">
              <a:spcBef>
                <a:spcPts val="0"/>
              </a:spcBef>
              <a:spcAft>
                <a:spcPts val="0"/>
              </a:spcAft>
              <a:buClr>
                <a:schemeClr val="dk1"/>
              </a:buClr>
              <a:buSzPts val="1200"/>
              <a:buFont typeface="Jost"/>
              <a:buChar char="○"/>
              <a:defRPr sz="1200">
                <a:solidFill>
                  <a:schemeClr val="dk1"/>
                </a:solidFill>
                <a:latin typeface="Jost"/>
                <a:ea typeface="Jost"/>
                <a:cs typeface="Jost"/>
                <a:sym typeface="Jost"/>
              </a:defRPr>
            </a:lvl8pPr>
            <a:lvl9pPr indent="-304800" lvl="8" marL="4114800">
              <a:spcBef>
                <a:spcPts val="0"/>
              </a:spcBef>
              <a:spcAft>
                <a:spcPts val="0"/>
              </a:spcAft>
              <a:buClr>
                <a:schemeClr val="dk1"/>
              </a:buClr>
              <a:buSzPts val="1200"/>
              <a:buFont typeface="Jost"/>
              <a:buChar char="■"/>
              <a:defRPr sz="1200">
                <a:solidFill>
                  <a:schemeClr val="dk1"/>
                </a:solidFill>
                <a:latin typeface="Jost"/>
                <a:ea typeface="Jost"/>
                <a:cs typeface="Jost"/>
                <a:sym typeface="Jost"/>
              </a:defRPr>
            </a:lvl9pPr>
          </a:lstStyle>
          <a:p/>
        </p:txBody>
      </p:sp>
      <p:sp>
        <p:nvSpPr>
          <p:cNvPr id="54" name="Google Shape;54;p13"/>
          <p:cNvSpPr txBox="1"/>
          <p:nvPr>
            <p:ph idx="3" type="title"/>
          </p:nvPr>
        </p:nvSpPr>
        <p:spPr>
          <a:xfrm>
            <a:off x="371825" y="149825"/>
            <a:ext cx="6212400" cy="23781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5600"/>
              <a:buFont typeface="Figtree"/>
              <a:buNone/>
              <a:defRPr sz="5600">
                <a:solidFill>
                  <a:schemeClr val="dk1"/>
                </a:solidFill>
                <a:latin typeface="Figtree"/>
                <a:ea typeface="Figtree"/>
                <a:cs typeface="Figtree"/>
                <a:sym typeface="Figtre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 id="2147483696" r:id="rId38"/>
    <p:sldLayoutId id="2147483697" r:id="rId39"/>
    <p:sldLayoutId id="2147483698" r:id="rId40"/>
    <p:sldLayoutId id="2147483699" r:id="rId41"/>
    <p:sldLayoutId id="2147483700" r:id="rId42"/>
    <p:sldLayoutId id="2147483701" r:id="rId43"/>
    <p:sldLayoutId id="2147483702" r:id="rId44"/>
    <p:sldLayoutId id="2147483703" r:id="rId45"/>
    <p:sldLayoutId id="2147483704" r:id="rId4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pos="5616">
          <p15:clr>
            <a:srgbClr val="E46962"/>
          </p15:clr>
        </p15:guide>
        <p15:guide id="2" pos="144">
          <p15:clr>
            <a:srgbClr val="E46962"/>
          </p15:clr>
        </p15:guide>
        <p15:guide id="3" orient="horz" pos="144">
          <p15:clr>
            <a:srgbClr val="E46962"/>
          </p15:clr>
        </p15:guide>
        <p15:guide id="4" orient="horz" pos="3094">
          <p15:clr>
            <a:srgbClr val="E46962"/>
          </p15:clr>
        </p15:guide>
        <p15:guide id="5" pos="2850">
          <p15:clr>
            <a:srgbClr val="E46962"/>
          </p15:clr>
        </p15:guide>
        <p15:guide id="6" pos="2910">
          <p15:clr>
            <a:srgbClr val="E46962"/>
          </p15:clr>
        </p15:guide>
        <p15:guide id="7" pos="1065">
          <p15:clr>
            <a:srgbClr val="E46962"/>
          </p15:clr>
        </p15:guide>
        <p15:guide id="8" pos="1010">
          <p15:clr>
            <a:srgbClr val="E46962"/>
          </p15:clr>
        </p15:guide>
        <p15:guide id="9" pos="4695">
          <p15:clr>
            <a:srgbClr val="E46962"/>
          </p15:clr>
        </p15:guide>
        <p15:guide id="10" pos="4750">
          <p15:clr>
            <a:srgbClr val="E46962"/>
          </p15:clr>
        </p15:guide>
        <p15:guide id="11" pos="3774">
          <p15:clr>
            <a:srgbClr val="E46962"/>
          </p15:clr>
        </p15:guide>
        <p15:guide id="12" pos="3828">
          <p15:clr>
            <a:srgbClr val="E46962"/>
          </p15:clr>
        </p15:guide>
        <p15:guide id="13" pos="1930">
          <p15:clr>
            <a:srgbClr val="E46962"/>
          </p15:clr>
        </p15:guide>
        <p15:guide id="14" pos="1987">
          <p15:clr>
            <a:srgbClr val="E46962"/>
          </p15:clr>
        </p15:guide>
        <p15:guide id="15" orient="horz" pos="288">
          <p15:clr>
            <a:srgbClr val="E46962"/>
          </p15:clr>
        </p15:guide>
        <p15:guide id="16" orient="horz" pos="2950">
          <p15:clr>
            <a:srgbClr val="E46962"/>
          </p15:clr>
        </p15:guide>
        <p15:guide id="17" orient="horz" pos="1135">
          <p15:clr>
            <a:srgbClr val="E46962"/>
          </p15:clr>
        </p15:guide>
        <p15:guide id="18" orient="horz" pos="1194">
          <p15:clr>
            <a:srgbClr val="E46962"/>
          </p15:clr>
        </p15:guide>
        <p15:guide id="19" orient="horz" pos="2043">
          <p15:clr>
            <a:srgbClr val="E46962"/>
          </p15:clr>
        </p15:guide>
        <p15:guide id="20" orient="horz" pos="2103">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60"/>
          <p:cNvSpPr txBox="1"/>
          <p:nvPr>
            <p:ph idx="3" type="title"/>
          </p:nvPr>
        </p:nvSpPr>
        <p:spPr>
          <a:xfrm>
            <a:off x="228225" y="1740645"/>
            <a:ext cx="8278500" cy="1325100"/>
          </a:xfrm>
          <a:prstGeom prst="rect">
            <a:avLst/>
          </a:prstGeom>
        </p:spPr>
        <p:txBody>
          <a:bodyPr anchorCtr="0" anchor="t" bIns="91425" lIns="0" spcFirstLastPara="1" rIns="91425" wrap="square" tIns="91425">
            <a:noAutofit/>
          </a:bodyPr>
          <a:lstStyle/>
          <a:p>
            <a:pPr indent="0" lvl="0" marL="0" rtl="0" algn="l">
              <a:spcBef>
                <a:spcPts val="0"/>
              </a:spcBef>
              <a:spcAft>
                <a:spcPts val="0"/>
              </a:spcAft>
              <a:buNone/>
            </a:pPr>
            <a:r>
              <a:rPr lang="en"/>
              <a:t>SPEEDFORM</a:t>
            </a:r>
            <a:endParaRPr/>
          </a:p>
        </p:txBody>
      </p:sp>
      <p:sp>
        <p:nvSpPr>
          <p:cNvPr id="484" name="Google Shape;484;p60"/>
          <p:cNvSpPr txBox="1"/>
          <p:nvPr>
            <p:ph type="title"/>
          </p:nvPr>
        </p:nvSpPr>
        <p:spPr>
          <a:xfrm>
            <a:off x="261300" y="3542150"/>
            <a:ext cx="6291600" cy="405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500"/>
              <a:t>Adrian Alvarez, Alexandru Istrate, Omar Sabry</a:t>
            </a:r>
            <a:endParaRPr sz="1500"/>
          </a:p>
        </p:txBody>
      </p:sp>
      <p:sp>
        <p:nvSpPr>
          <p:cNvPr id="485" name="Google Shape;485;p60"/>
          <p:cNvSpPr txBox="1"/>
          <p:nvPr>
            <p:ph idx="1" type="subTitle"/>
          </p:nvPr>
        </p:nvSpPr>
        <p:spPr>
          <a:xfrm>
            <a:off x="228225" y="1298200"/>
            <a:ext cx="3213900" cy="2154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1400"/>
              <a:t>Group 7 - CS 4361.002</a:t>
            </a:r>
            <a:endParaRPr sz="1400"/>
          </a:p>
        </p:txBody>
      </p:sp>
      <p:sp>
        <p:nvSpPr>
          <p:cNvPr id="486" name="Google Shape;486;p60"/>
          <p:cNvSpPr txBox="1"/>
          <p:nvPr>
            <p:ph idx="2" type="subTitle"/>
          </p:nvPr>
        </p:nvSpPr>
        <p:spPr>
          <a:xfrm>
            <a:off x="228225" y="1079450"/>
            <a:ext cx="2712000" cy="1848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2026</a:t>
            </a:r>
            <a:endParaRPr/>
          </a:p>
        </p:txBody>
      </p:sp>
      <p:sp>
        <p:nvSpPr>
          <p:cNvPr id="487" name="Google Shape;487;p60"/>
          <p:cNvSpPr txBox="1"/>
          <p:nvPr>
            <p:ph type="title"/>
          </p:nvPr>
        </p:nvSpPr>
        <p:spPr>
          <a:xfrm>
            <a:off x="261300" y="2852375"/>
            <a:ext cx="8333700" cy="642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2000"/>
              <a:t>A SPEEDRUNNING, TOWER-CLIMBING PLATFORMING GAME OF AN INFINITE AMOUNT OF PROCEDURALLY GENERATED LEVELS</a:t>
            </a:r>
            <a:endParaRPr sz="20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sp>
        <p:nvSpPr>
          <p:cNvPr id="492" name="Google Shape;492;p61"/>
          <p:cNvSpPr txBox="1"/>
          <p:nvPr>
            <p:ph idx="5" type="title"/>
          </p:nvPr>
        </p:nvSpPr>
        <p:spPr>
          <a:xfrm>
            <a:off x="613350" y="2009700"/>
            <a:ext cx="1225200" cy="2076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sz="1500"/>
              <a:t>Developer</a:t>
            </a:r>
            <a:endParaRPr sz="1500"/>
          </a:p>
        </p:txBody>
      </p:sp>
      <p:sp>
        <p:nvSpPr>
          <p:cNvPr id="493" name="Google Shape;493;p61"/>
          <p:cNvSpPr txBox="1"/>
          <p:nvPr>
            <p:ph idx="3" type="title"/>
          </p:nvPr>
        </p:nvSpPr>
        <p:spPr>
          <a:xfrm>
            <a:off x="228600" y="457200"/>
            <a:ext cx="6282300" cy="464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THE TEAM</a:t>
            </a:r>
            <a:endParaRPr/>
          </a:p>
        </p:txBody>
      </p:sp>
      <p:sp>
        <p:nvSpPr>
          <p:cNvPr id="494" name="Google Shape;494;p61"/>
          <p:cNvSpPr txBox="1"/>
          <p:nvPr>
            <p:ph idx="4" type="title"/>
          </p:nvPr>
        </p:nvSpPr>
        <p:spPr>
          <a:xfrm>
            <a:off x="613350" y="1573500"/>
            <a:ext cx="3605700" cy="4647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sz="3000"/>
              <a:t>ADRIAN ALVAREZ</a:t>
            </a:r>
            <a:endParaRPr sz="3000"/>
          </a:p>
        </p:txBody>
      </p:sp>
      <p:sp>
        <p:nvSpPr>
          <p:cNvPr id="495" name="Google Shape;495;p61"/>
          <p:cNvSpPr txBox="1"/>
          <p:nvPr>
            <p:ph idx="5" type="title"/>
          </p:nvPr>
        </p:nvSpPr>
        <p:spPr>
          <a:xfrm>
            <a:off x="4801775" y="2009700"/>
            <a:ext cx="1096200" cy="2076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sz="1500"/>
              <a:t>Developer</a:t>
            </a:r>
            <a:endParaRPr sz="1500"/>
          </a:p>
        </p:txBody>
      </p:sp>
      <p:sp>
        <p:nvSpPr>
          <p:cNvPr id="496" name="Google Shape;496;p61"/>
          <p:cNvSpPr txBox="1"/>
          <p:nvPr>
            <p:ph idx="4" type="title"/>
          </p:nvPr>
        </p:nvSpPr>
        <p:spPr>
          <a:xfrm>
            <a:off x="4801775" y="1573500"/>
            <a:ext cx="4010100" cy="4647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sz="3000"/>
              <a:t>ALEXANDRU ISTRATE</a:t>
            </a:r>
            <a:endParaRPr sz="3000"/>
          </a:p>
        </p:txBody>
      </p:sp>
      <p:sp>
        <p:nvSpPr>
          <p:cNvPr id="497" name="Google Shape;497;p61"/>
          <p:cNvSpPr txBox="1"/>
          <p:nvPr>
            <p:ph idx="5" type="title"/>
          </p:nvPr>
        </p:nvSpPr>
        <p:spPr>
          <a:xfrm>
            <a:off x="2722200" y="3502600"/>
            <a:ext cx="1225200" cy="2076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sz="1500"/>
              <a:t>Developer</a:t>
            </a:r>
            <a:endParaRPr sz="1500"/>
          </a:p>
        </p:txBody>
      </p:sp>
      <p:sp>
        <p:nvSpPr>
          <p:cNvPr id="498" name="Google Shape;498;p61"/>
          <p:cNvSpPr txBox="1"/>
          <p:nvPr>
            <p:ph idx="4" type="title"/>
          </p:nvPr>
        </p:nvSpPr>
        <p:spPr>
          <a:xfrm>
            <a:off x="2722200" y="3066400"/>
            <a:ext cx="3605700" cy="4647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sz="3000"/>
              <a:t>OMAR SABRY</a:t>
            </a:r>
            <a:endParaRPr sz="30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62"/>
          <p:cNvSpPr txBox="1"/>
          <p:nvPr>
            <p:ph type="title"/>
          </p:nvPr>
        </p:nvSpPr>
        <p:spPr>
          <a:xfrm>
            <a:off x="230075" y="58625"/>
            <a:ext cx="2500500" cy="1722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THE VISION</a:t>
            </a:r>
            <a:endParaRPr/>
          </a:p>
        </p:txBody>
      </p:sp>
      <p:sp>
        <p:nvSpPr>
          <p:cNvPr id="504" name="Google Shape;504;p62"/>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r>
              <a:rPr lang="en"/>
              <a:t>GROUP 7</a:t>
            </a:r>
            <a:endParaRPr/>
          </a:p>
        </p:txBody>
      </p:sp>
      <p:sp>
        <p:nvSpPr>
          <p:cNvPr id="505" name="Google Shape;505;p62"/>
          <p:cNvSpPr txBox="1"/>
          <p:nvPr>
            <p:ph idx="1" type="subTitle"/>
          </p:nvPr>
        </p:nvSpPr>
        <p:spPr>
          <a:xfrm>
            <a:off x="228600" y="372872"/>
            <a:ext cx="4653900" cy="3039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MOTIVATION &amp; PROBLEM STATEMENT</a:t>
            </a:r>
            <a:endParaRPr/>
          </a:p>
        </p:txBody>
      </p:sp>
      <p:sp>
        <p:nvSpPr>
          <p:cNvPr id="506" name="Google Shape;506;p62"/>
          <p:cNvSpPr txBox="1"/>
          <p:nvPr>
            <p:ph idx="3" type="title"/>
          </p:nvPr>
        </p:nvSpPr>
        <p:spPr>
          <a:xfrm>
            <a:off x="230075" y="818825"/>
            <a:ext cx="8346000" cy="4254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sz="1500"/>
              <a:t>Problem</a:t>
            </a:r>
            <a:endParaRPr sz="1500"/>
          </a:p>
          <a:p>
            <a:pPr indent="0" lvl="0" marL="0" rtl="0" algn="l">
              <a:spcBef>
                <a:spcPts val="0"/>
              </a:spcBef>
              <a:spcAft>
                <a:spcPts val="0"/>
              </a:spcAft>
              <a:buNone/>
            </a:pPr>
            <a:r>
              <a:rPr lang="en" sz="1500"/>
              <a:t>Speedrunning demands deterministic, repeatable environments, whereas procedural generation prioritizes continuous variety. Most speedrun titles depend on fixed, hand-crafted stages to guarantee visual and mechanical consistency. The graphics challenge lies in rendering an “infinite”, dynamically generated vertical tower without stalling the GPU pipeline or inducing frame drops during high-speed traversal.</a:t>
            </a:r>
            <a:endParaRPr sz="1500"/>
          </a:p>
          <a:p>
            <a:pPr indent="0" lvl="0" marL="0" rtl="0" algn="l">
              <a:spcBef>
                <a:spcPts val="0"/>
              </a:spcBef>
              <a:spcAft>
                <a:spcPts val="0"/>
              </a:spcAft>
              <a:buNone/>
            </a:pPr>
            <a:r>
              <a:t/>
            </a:r>
            <a:endParaRPr sz="1500"/>
          </a:p>
          <a:p>
            <a:pPr indent="0" lvl="0" marL="0" rtl="0" algn="l">
              <a:spcBef>
                <a:spcPts val="0"/>
              </a:spcBef>
              <a:spcAft>
                <a:spcPts val="0"/>
              </a:spcAft>
              <a:buNone/>
            </a:pPr>
            <a:r>
              <a:rPr b="1" lang="en" sz="1500"/>
              <a:t>Significance</a:t>
            </a:r>
            <a:endParaRPr b="1" sz="1500"/>
          </a:p>
          <a:p>
            <a:pPr indent="0" lvl="0" marL="0" rtl="0" algn="l">
              <a:spcBef>
                <a:spcPts val="0"/>
              </a:spcBef>
              <a:spcAft>
                <a:spcPts val="0"/>
              </a:spcAft>
              <a:buNone/>
            </a:pPr>
            <a:r>
              <a:rPr lang="en" sz="1500"/>
              <a:t>Procedural generation driven by seed determinism unites endless variety with competitive consistency. Players can benchmark identical runs via lightweight seed strings or sight-read fresh layouts on the fly. Managing level streaming guarantees that rendering overhead remains strictly constant regardless of how far the player climbs.</a:t>
            </a:r>
            <a:endParaRPr sz="1500"/>
          </a:p>
          <a:p>
            <a:pPr indent="0" lvl="0" marL="0" rtl="0" algn="l">
              <a:spcBef>
                <a:spcPts val="0"/>
              </a:spcBef>
              <a:spcAft>
                <a:spcPts val="0"/>
              </a:spcAft>
              <a:buNone/>
            </a:pPr>
            <a:r>
              <a:t/>
            </a:r>
            <a:endParaRPr sz="1500"/>
          </a:p>
          <a:p>
            <a:pPr indent="0" lvl="0" marL="0" rtl="0" algn="l">
              <a:spcBef>
                <a:spcPts val="0"/>
              </a:spcBef>
              <a:spcAft>
                <a:spcPts val="0"/>
              </a:spcAft>
              <a:buNone/>
            </a:pPr>
            <a:r>
              <a:rPr b="1" lang="en" sz="1500"/>
              <a:t>Novelty</a:t>
            </a:r>
            <a:endParaRPr b="1" sz="1500"/>
          </a:p>
          <a:p>
            <a:pPr indent="0" lvl="0" marL="0" rtl="0" algn="l">
              <a:spcBef>
                <a:spcPts val="0"/>
              </a:spcBef>
              <a:spcAft>
                <a:spcPts val="0"/>
              </a:spcAft>
              <a:buNone/>
            </a:pPr>
            <a:r>
              <a:rPr lang="en" sz="1500"/>
              <a:t>Our pipeline pairs deterministic PRNG layouts with a lightweight 3D shader architecture featuring real-time lighting and parallax depth. Level states reproduce instantly from compact numeric seeds rather than heavy map asset files. This approach delivers an infinitely scalable vertical climb with minimal latency or delay.</a:t>
            </a:r>
            <a:endParaRPr sz="1500"/>
          </a:p>
          <a:p>
            <a:pPr indent="0" lvl="0" marL="0" rtl="0" algn="l">
              <a:spcBef>
                <a:spcPts val="0"/>
              </a:spcBef>
              <a:spcAft>
                <a:spcPts val="0"/>
              </a:spcAft>
              <a:buNone/>
            </a:pPr>
            <a:r>
              <a:t/>
            </a:r>
            <a:endParaRPr sz="10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sp>
        <p:nvSpPr>
          <p:cNvPr id="511" name="Google Shape;511;p63"/>
          <p:cNvSpPr/>
          <p:nvPr/>
        </p:nvSpPr>
        <p:spPr>
          <a:xfrm rot="-5400000">
            <a:off x="3280020" y="1279350"/>
            <a:ext cx="2584800" cy="2584800"/>
          </a:xfrm>
          <a:prstGeom prst="roundRect">
            <a:avLst>
              <a:gd fmla="val 50000" name="adj"/>
            </a:avLst>
          </a:prstGeom>
          <a:gradFill>
            <a:gsLst>
              <a:gs pos="0">
                <a:schemeClr val="dk2"/>
              </a:gs>
              <a:gs pos="100000">
                <a:schemeClr val="lt2"/>
              </a:gs>
            </a:gsLst>
            <a:lin ang="540001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Jost"/>
              <a:ea typeface="Jost"/>
              <a:cs typeface="Jost"/>
              <a:sym typeface="Jost"/>
            </a:endParaRPr>
          </a:p>
        </p:txBody>
      </p:sp>
      <p:cxnSp>
        <p:nvCxnSpPr>
          <p:cNvPr id="512" name="Google Shape;512;p63"/>
          <p:cNvCxnSpPr>
            <a:stCxn id="513" idx="1"/>
          </p:cNvCxnSpPr>
          <p:nvPr/>
        </p:nvCxnSpPr>
        <p:spPr>
          <a:xfrm rot="10800000">
            <a:off x="60725" y="2601600"/>
            <a:ext cx="3601800" cy="11100"/>
          </a:xfrm>
          <a:prstGeom prst="straightConnector1">
            <a:avLst/>
          </a:prstGeom>
          <a:noFill/>
          <a:ln cap="flat" cmpd="sng" w="9525">
            <a:solidFill>
              <a:schemeClr val="dk1"/>
            </a:solidFill>
            <a:prstDash val="solid"/>
            <a:round/>
            <a:headEnd len="med" w="med" type="none"/>
            <a:tailEnd len="med" w="med" type="oval"/>
          </a:ln>
        </p:spPr>
      </p:cxnSp>
      <p:sp>
        <p:nvSpPr>
          <p:cNvPr id="513" name="Google Shape;513;p63"/>
          <p:cNvSpPr/>
          <p:nvPr/>
        </p:nvSpPr>
        <p:spPr>
          <a:xfrm>
            <a:off x="3662525" y="2229600"/>
            <a:ext cx="1819800" cy="766200"/>
          </a:xfrm>
          <a:prstGeom prst="roundRect">
            <a:avLst>
              <a:gd fmla="val 40683" name="adj"/>
            </a:avLst>
          </a:prstGeom>
          <a:noFill/>
          <a:ln cap="flat" cmpd="sng" w="9525">
            <a:solidFill>
              <a:schemeClr val="dk1"/>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t/>
            </a:r>
            <a:endParaRPr sz="1800">
              <a:solidFill>
                <a:schemeClr val="lt1"/>
              </a:solidFill>
              <a:latin typeface="Figtree"/>
              <a:ea typeface="Figtree"/>
              <a:cs typeface="Figtree"/>
              <a:sym typeface="Figtree"/>
            </a:endParaRPr>
          </a:p>
        </p:txBody>
      </p:sp>
      <p:cxnSp>
        <p:nvCxnSpPr>
          <p:cNvPr id="514" name="Google Shape;514;p63"/>
          <p:cNvCxnSpPr>
            <a:endCxn id="513" idx="3"/>
          </p:cNvCxnSpPr>
          <p:nvPr/>
        </p:nvCxnSpPr>
        <p:spPr>
          <a:xfrm flipH="1">
            <a:off x="5482325" y="2601600"/>
            <a:ext cx="3627600" cy="11100"/>
          </a:xfrm>
          <a:prstGeom prst="straightConnector1">
            <a:avLst/>
          </a:prstGeom>
          <a:noFill/>
          <a:ln cap="flat" cmpd="sng" w="9525">
            <a:solidFill>
              <a:schemeClr val="dk1"/>
            </a:solidFill>
            <a:prstDash val="solid"/>
            <a:round/>
            <a:headEnd len="med" w="med" type="oval"/>
            <a:tailEnd len="med" w="med" type="none"/>
          </a:ln>
        </p:spPr>
      </p:cxnSp>
      <p:sp>
        <p:nvSpPr>
          <p:cNvPr id="515" name="Google Shape;515;p63"/>
          <p:cNvSpPr txBox="1"/>
          <p:nvPr>
            <p:ph idx="5" type="body"/>
          </p:nvPr>
        </p:nvSpPr>
        <p:spPr>
          <a:xfrm>
            <a:off x="263024" y="2922303"/>
            <a:ext cx="2855700" cy="714000"/>
          </a:xfrm>
          <a:prstGeom prst="rect">
            <a:avLst/>
          </a:prstGeom>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1" lang="en"/>
              <a:t>Chunk &amp; Buffer Manager</a:t>
            </a:r>
            <a:endParaRPr b="1"/>
          </a:p>
          <a:p>
            <a:pPr indent="0" lvl="0" marL="0" marR="0" rtl="0" algn="ctr">
              <a:lnSpc>
                <a:spcPct val="100000"/>
              </a:lnSpc>
              <a:spcBef>
                <a:spcPts val="1000"/>
              </a:spcBef>
              <a:spcAft>
                <a:spcPts val="1000"/>
              </a:spcAft>
              <a:buNone/>
            </a:pPr>
            <a:r>
              <a:rPr lang="en"/>
              <a:t>Coordinates voxel meshing and single-draw-call buffer swaps to prevent lag during high-speed vertical platforming.</a:t>
            </a:r>
            <a:endParaRPr/>
          </a:p>
        </p:txBody>
      </p:sp>
      <p:sp>
        <p:nvSpPr>
          <p:cNvPr id="516" name="Google Shape;516;p63"/>
          <p:cNvSpPr txBox="1"/>
          <p:nvPr>
            <p:ph idx="8" type="subTitle"/>
          </p:nvPr>
        </p:nvSpPr>
        <p:spPr>
          <a:xfrm>
            <a:off x="4077125" y="3157800"/>
            <a:ext cx="1000200" cy="3579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a:t>KEY</a:t>
            </a:r>
            <a:r>
              <a:rPr lang="en"/>
              <a:t> CONCEPTS</a:t>
            </a:r>
            <a:endParaRPr/>
          </a:p>
        </p:txBody>
      </p:sp>
      <p:sp>
        <p:nvSpPr>
          <p:cNvPr id="517" name="Google Shape;517;p63"/>
          <p:cNvSpPr txBox="1"/>
          <p:nvPr>
            <p:ph idx="13" type="subTitle"/>
          </p:nvPr>
        </p:nvSpPr>
        <p:spPr>
          <a:xfrm>
            <a:off x="3641225" y="2339400"/>
            <a:ext cx="1872000" cy="4647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b="1" lang="en" sz="2000"/>
              <a:t>SPEEDFORM</a:t>
            </a:r>
            <a:endParaRPr b="1" sz="2000"/>
          </a:p>
        </p:txBody>
      </p:sp>
      <p:sp>
        <p:nvSpPr>
          <p:cNvPr id="518" name="Google Shape;518;p63"/>
          <p:cNvSpPr txBox="1"/>
          <p:nvPr>
            <p:ph idx="14" type="title"/>
          </p:nvPr>
        </p:nvSpPr>
        <p:spPr>
          <a:xfrm>
            <a:off x="228600" y="274150"/>
            <a:ext cx="4160400" cy="464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SOLUTION</a:t>
            </a:r>
            <a:endParaRPr/>
          </a:p>
        </p:txBody>
      </p:sp>
      <p:sp>
        <p:nvSpPr>
          <p:cNvPr id="519" name="Google Shape;519;p63"/>
          <p:cNvSpPr txBox="1"/>
          <p:nvPr>
            <p:ph idx="8" type="subTitle"/>
          </p:nvPr>
        </p:nvSpPr>
        <p:spPr>
          <a:xfrm>
            <a:off x="3484450" y="1895400"/>
            <a:ext cx="1000200" cy="1722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a:t>CORE </a:t>
            </a:r>
            <a:endParaRPr/>
          </a:p>
          <a:p>
            <a:pPr indent="0" lvl="0" marL="0" rtl="0" algn="ctr">
              <a:spcBef>
                <a:spcPts val="0"/>
              </a:spcBef>
              <a:spcAft>
                <a:spcPts val="0"/>
              </a:spcAft>
              <a:buNone/>
            </a:pPr>
            <a:r>
              <a:rPr lang="en"/>
              <a:t>IDEA</a:t>
            </a:r>
            <a:endParaRPr/>
          </a:p>
        </p:txBody>
      </p:sp>
      <p:cxnSp>
        <p:nvCxnSpPr>
          <p:cNvPr id="520" name="Google Shape;520;p63"/>
          <p:cNvCxnSpPr/>
          <p:nvPr/>
        </p:nvCxnSpPr>
        <p:spPr>
          <a:xfrm>
            <a:off x="4575875" y="332075"/>
            <a:ext cx="2700" cy="1867500"/>
          </a:xfrm>
          <a:prstGeom prst="straightConnector1">
            <a:avLst/>
          </a:prstGeom>
          <a:noFill/>
          <a:ln cap="flat" cmpd="sng" w="9525">
            <a:solidFill>
              <a:schemeClr val="dk1"/>
            </a:solidFill>
            <a:prstDash val="solid"/>
            <a:round/>
            <a:headEnd len="med" w="med" type="oval"/>
            <a:tailEnd len="med" w="med" type="none"/>
          </a:ln>
        </p:spPr>
      </p:cxnSp>
      <p:sp>
        <p:nvSpPr>
          <p:cNvPr id="521" name="Google Shape;521;p63"/>
          <p:cNvSpPr txBox="1"/>
          <p:nvPr>
            <p:ph idx="4" type="body"/>
          </p:nvPr>
        </p:nvSpPr>
        <p:spPr>
          <a:xfrm>
            <a:off x="440525" y="1054923"/>
            <a:ext cx="2839500" cy="1230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A 3D voxel-based vertical temple speedrunner where players sprint, jump, and climb through an endless, procedurally generated tower.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This architecture combines procedural variety with competitive speedrunning, allowing players to replay their favorite levels or play infinitely</a:t>
            </a:r>
            <a:endParaRPr/>
          </a:p>
        </p:txBody>
      </p:sp>
      <p:sp>
        <p:nvSpPr>
          <p:cNvPr id="522" name="Google Shape;522;p63"/>
          <p:cNvSpPr txBox="1"/>
          <p:nvPr>
            <p:ph idx="8" type="subTitle"/>
          </p:nvPr>
        </p:nvSpPr>
        <p:spPr>
          <a:xfrm>
            <a:off x="4689075" y="1895400"/>
            <a:ext cx="1000200" cy="1722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a:t>TECHNICAL APPROACH</a:t>
            </a:r>
            <a:endParaRPr/>
          </a:p>
        </p:txBody>
      </p:sp>
      <p:sp>
        <p:nvSpPr>
          <p:cNvPr id="523" name="Google Shape;523;p63"/>
          <p:cNvSpPr txBox="1"/>
          <p:nvPr>
            <p:ph idx="4" type="body"/>
          </p:nvPr>
        </p:nvSpPr>
        <p:spPr>
          <a:xfrm>
            <a:off x="5994550" y="268500"/>
            <a:ext cx="2917200" cy="2260200"/>
          </a:xfrm>
          <a:prstGeom prst="rect">
            <a:avLst/>
          </a:prstGeom>
        </p:spPr>
        <p:txBody>
          <a:bodyPr anchorCtr="0" anchor="t" bIns="0" lIns="0" spcFirstLastPara="1" rIns="0" wrap="square" tIns="0">
            <a:noAutofit/>
          </a:bodyPr>
          <a:lstStyle/>
          <a:p>
            <a:pPr indent="0" lvl="0" marL="0" rtl="0" algn="r">
              <a:spcBef>
                <a:spcPts val="0"/>
              </a:spcBef>
              <a:spcAft>
                <a:spcPts val="0"/>
              </a:spcAft>
              <a:buClr>
                <a:schemeClr val="lt1"/>
              </a:buClr>
              <a:buSzPts val="1100"/>
              <a:buFont typeface="Arial"/>
              <a:buNone/>
            </a:pPr>
            <a:r>
              <a:rPr b="1" lang="en"/>
              <a:t>Seed-Based Level Generation</a:t>
            </a:r>
            <a:r>
              <a:rPr lang="en"/>
              <a:t>: A random number seed builds each temple stage on the fly, creating endless layouts that replay identically every time.</a:t>
            </a:r>
            <a:endParaRPr/>
          </a:p>
          <a:p>
            <a:pPr indent="0" lvl="0" marL="0" rtl="0" algn="r">
              <a:spcBef>
                <a:spcPts val="0"/>
              </a:spcBef>
              <a:spcAft>
                <a:spcPts val="0"/>
              </a:spcAft>
              <a:buClr>
                <a:schemeClr val="lt1"/>
              </a:buClr>
              <a:buSzPts val="1100"/>
              <a:buFont typeface="Arial"/>
              <a:buNone/>
            </a:pPr>
            <a:r>
              <a:t/>
            </a:r>
            <a:endParaRPr/>
          </a:p>
          <a:p>
            <a:pPr indent="0" lvl="0" marL="0" rtl="0" algn="r">
              <a:spcBef>
                <a:spcPts val="0"/>
              </a:spcBef>
              <a:spcAft>
                <a:spcPts val="0"/>
              </a:spcAft>
              <a:buNone/>
            </a:pPr>
            <a:r>
              <a:rPr b="1" lang="en"/>
              <a:t>Smart Mesh Optimization</a:t>
            </a:r>
            <a:r>
              <a:rPr lang="en"/>
              <a:t>: The engine deletes hidden cube faces and merges flat surfaces into single shapes, cutting redundant polygons.</a:t>
            </a:r>
            <a:endParaRPr/>
          </a:p>
          <a:p>
            <a:pPr indent="0" lvl="0" marL="0" rtl="0" algn="r">
              <a:spcBef>
                <a:spcPts val="0"/>
              </a:spcBef>
              <a:spcAft>
                <a:spcPts val="0"/>
              </a:spcAft>
              <a:buNone/>
            </a:pPr>
            <a:r>
              <a:t/>
            </a:r>
            <a:endParaRPr/>
          </a:p>
          <a:p>
            <a:pPr indent="0" lvl="0" marL="0" rtl="0" algn="r">
              <a:spcBef>
                <a:spcPts val="0"/>
              </a:spcBef>
              <a:spcAft>
                <a:spcPts val="0"/>
              </a:spcAft>
              <a:buClr>
                <a:schemeClr val="lt1"/>
              </a:buClr>
              <a:buSzPts val="1100"/>
              <a:buFont typeface="Arial"/>
              <a:buNone/>
            </a:pPr>
            <a:r>
              <a:rPr b="1" lang="en"/>
              <a:t>Fast Level Loading</a:t>
            </a:r>
            <a:r>
              <a:rPr lang="en"/>
              <a:t>: The renderer loads the active stage into GPU memory all at once and instantly swaps it out before the player enters the next level.</a:t>
            </a:r>
            <a:endParaRPr/>
          </a:p>
          <a:p>
            <a:pPr indent="0" lvl="0" marL="0" rtl="0" algn="r">
              <a:spcBef>
                <a:spcPts val="0"/>
              </a:spcBef>
              <a:spcAft>
                <a:spcPts val="0"/>
              </a:spcAft>
              <a:buNone/>
            </a:pPr>
            <a:r>
              <a:t/>
            </a:r>
            <a:endParaRPr/>
          </a:p>
        </p:txBody>
      </p:sp>
      <p:sp>
        <p:nvSpPr>
          <p:cNvPr id="524" name="Google Shape;524;p63"/>
          <p:cNvSpPr txBox="1"/>
          <p:nvPr>
            <p:ph idx="5" type="body"/>
          </p:nvPr>
        </p:nvSpPr>
        <p:spPr>
          <a:xfrm>
            <a:off x="3144125" y="4035249"/>
            <a:ext cx="2855700" cy="938100"/>
          </a:xfrm>
          <a:prstGeom prst="rect">
            <a:avLst/>
          </a:prstGeom>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1" lang="en"/>
              <a:t>Custom Lighting Suite</a:t>
            </a:r>
            <a:endParaRPr b="1"/>
          </a:p>
          <a:p>
            <a:pPr indent="0" lvl="0" marL="0" marR="0" rtl="0" algn="ctr">
              <a:lnSpc>
                <a:spcPct val="100000"/>
              </a:lnSpc>
              <a:spcBef>
                <a:spcPts val="1000"/>
              </a:spcBef>
              <a:spcAft>
                <a:spcPts val="1000"/>
              </a:spcAft>
              <a:buNone/>
            </a:pPr>
            <a:r>
              <a:rPr lang="en"/>
              <a:t>Creates torch glow around the player, casts soft shadows under platforms, and darkens tight block corners to give flat voxel surfaces realistic depth and contrast.</a:t>
            </a:r>
            <a:endParaRPr/>
          </a:p>
        </p:txBody>
      </p:sp>
      <p:sp>
        <p:nvSpPr>
          <p:cNvPr id="525" name="Google Shape;525;p63"/>
          <p:cNvSpPr txBox="1"/>
          <p:nvPr>
            <p:ph idx="5" type="body"/>
          </p:nvPr>
        </p:nvSpPr>
        <p:spPr>
          <a:xfrm>
            <a:off x="6026125" y="2922299"/>
            <a:ext cx="2855700" cy="1026600"/>
          </a:xfrm>
          <a:prstGeom prst="rect">
            <a:avLst/>
          </a:prstGeom>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1" lang="en"/>
              <a:t>Deterministic Seed Engine</a:t>
            </a:r>
            <a:endParaRPr b="1"/>
          </a:p>
          <a:p>
            <a:pPr indent="0" lvl="0" marL="0" marR="0" rtl="0" algn="ctr">
              <a:lnSpc>
                <a:spcPct val="100000"/>
              </a:lnSpc>
              <a:spcBef>
                <a:spcPts val="1000"/>
              </a:spcBef>
              <a:spcAft>
                <a:spcPts val="1000"/>
              </a:spcAft>
              <a:buNone/>
            </a:pPr>
            <a:r>
              <a:rPr lang="en"/>
              <a:t>Converts lightweight number codes into stage layouts, allowing players to pause, save, or share exact level seeds for speedrun attempts.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9" name="Shape 529"/>
        <p:cNvGrpSpPr/>
        <p:nvPr/>
      </p:nvGrpSpPr>
      <p:grpSpPr>
        <a:xfrm>
          <a:off x="0" y="0"/>
          <a:ext cx="0" cy="0"/>
          <a:chOff x="0" y="0"/>
          <a:chExt cx="0" cy="0"/>
        </a:xfrm>
      </p:grpSpPr>
      <p:sp>
        <p:nvSpPr>
          <p:cNvPr id="530" name="Google Shape;530;p64"/>
          <p:cNvSpPr txBox="1"/>
          <p:nvPr>
            <p:ph type="title"/>
          </p:nvPr>
        </p:nvSpPr>
        <p:spPr>
          <a:xfrm>
            <a:off x="228600" y="142500"/>
            <a:ext cx="2500500" cy="1722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IMPLEMENTATION PLAN</a:t>
            </a:r>
            <a:endParaRPr/>
          </a:p>
        </p:txBody>
      </p:sp>
      <p:sp>
        <p:nvSpPr>
          <p:cNvPr id="531" name="Google Shape;531;p64"/>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r>
              <a:rPr lang="en"/>
              <a:t>GROUP 7</a:t>
            </a:r>
            <a:endParaRPr/>
          </a:p>
        </p:txBody>
      </p:sp>
      <p:sp>
        <p:nvSpPr>
          <p:cNvPr id="532" name="Google Shape;532;p64"/>
          <p:cNvSpPr txBox="1"/>
          <p:nvPr>
            <p:ph idx="3" type="title"/>
          </p:nvPr>
        </p:nvSpPr>
        <p:spPr>
          <a:xfrm>
            <a:off x="172725" y="498900"/>
            <a:ext cx="4160400" cy="464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4 ISSUES TO ADDRESS…</a:t>
            </a:r>
            <a:endParaRPr/>
          </a:p>
        </p:txBody>
      </p:sp>
      <p:sp>
        <p:nvSpPr>
          <p:cNvPr id="533" name="Google Shape;533;p64"/>
          <p:cNvSpPr txBox="1"/>
          <p:nvPr>
            <p:ph idx="3" type="title"/>
          </p:nvPr>
        </p:nvSpPr>
        <p:spPr>
          <a:xfrm>
            <a:off x="4639500" y="3009850"/>
            <a:ext cx="4160400" cy="209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Clr>
                <a:schemeClr val="lt1"/>
              </a:buClr>
              <a:buSzPts val="1100"/>
              <a:buFont typeface="Arial"/>
              <a:buNone/>
            </a:pPr>
            <a:r>
              <a:rPr b="1" lang="en" sz="1100"/>
              <a:t>Integration, Precision Movement &amp; Benchmarking</a:t>
            </a:r>
            <a:endParaRPr b="1" sz="1100"/>
          </a:p>
          <a:p>
            <a:pPr indent="-298450" lvl="0" marL="457200" rtl="0" algn="l">
              <a:lnSpc>
                <a:spcPct val="100000"/>
              </a:lnSpc>
              <a:spcBef>
                <a:spcPts val="1200"/>
              </a:spcBef>
              <a:spcAft>
                <a:spcPts val="0"/>
              </a:spcAft>
              <a:buClr>
                <a:schemeClr val="dk1"/>
              </a:buClr>
              <a:buSzPts val="1100"/>
              <a:buFont typeface="Figtree"/>
              <a:buChar char="●"/>
            </a:pPr>
            <a:r>
              <a:rPr lang="en" sz="1100"/>
              <a:t>Integrate voxel collision detection to support responsive jumping, wall-sliding, and precision movement</a:t>
            </a:r>
            <a:endParaRPr sz="1100"/>
          </a:p>
          <a:p>
            <a:pPr indent="-298450" lvl="0" marL="457200" rtl="0" algn="l">
              <a:lnSpc>
                <a:spcPct val="100000"/>
              </a:lnSpc>
              <a:spcBef>
                <a:spcPts val="0"/>
              </a:spcBef>
              <a:spcAft>
                <a:spcPts val="0"/>
              </a:spcAft>
              <a:buClr>
                <a:schemeClr val="dk1"/>
              </a:buClr>
              <a:buSzPts val="1100"/>
              <a:buFont typeface="Figtree"/>
              <a:buChar char="●"/>
            </a:pPr>
            <a:r>
              <a:rPr lang="en" sz="1100"/>
              <a:t>Build a millisecond-precision timer and seed-input overlay</a:t>
            </a:r>
            <a:endParaRPr sz="1100"/>
          </a:p>
          <a:p>
            <a:pPr indent="-298450" lvl="0" marL="457200" rtl="0" algn="l">
              <a:lnSpc>
                <a:spcPct val="100000"/>
              </a:lnSpc>
              <a:spcBef>
                <a:spcPts val="0"/>
              </a:spcBef>
              <a:spcAft>
                <a:spcPts val="0"/>
              </a:spcAft>
              <a:buClr>
                <a:schemeClr val="dk1"/>
              </a:buClr>
              <a:buSzPts val="1100"/>
              <a:buFont typeface="Figtree"/>
              <a:buChar char="●"/>
            </a:pPr>
            <a:r>
              <a:rPr lang="en" sz="1100"/>
              <a:t>Profile frame times, GPU memory allocation, and vertex counts to verify steady 60+ FPS performance during rapid traversal</a:t>
            </a:r>
            <a:endParaRPr sz="1100"/>
          </a:p>
          <a:p>
            <a:pPr indent="0" lvl="0" marL="0" rtl="0" algn="l">
              <a:lnSpc>
                <a:spcPct val="100000"/>
              </a:lnSpc>
              <a:spcBef>
                <a:spcPts val="1200"/>
              </a:spcBef>
              <a:spcAft>
                <a:spcPts val="0"/>
              </a:spcAft>
              <a:buNone/>
            </a:pPr>
            <a:r>
              <a:rPr lang="en" sz="1100"/>
              <a:t>Alexandru</a:t>
            </a:r>
            <a:endParaRPr sz="1100"/>
          </a:p>
          <a:p>
            <a:pPr indent="0" lvl="0" marL="0" rtl="0" algn="l">
              <a:lnSpc>
                <a:spcPct val="100000"/>
              </a:lnSpc>
              <a:spcBef>
                <a:spcPts val="1200"/>
              </a:spcBef>
              <a:spcAft>
                <a:spcPts val="0"/>
              </a:spcAft>
              <a:buNone/>
            </a:pPr>
            <a:r>
              <a:t/>
            </a:r>
            <a:endParaRPr sz="1000"/>
          </a:p>
        </p:txBody>
      </p:sp>
      <p:sp>
        <p:nvSpPr>
          <p:cNvPr id="534" name="Google Shape;534;p64"/>
          <p:cNvSpPr txBox="1"/>
          <p:nvPr/>
        </p:nvSpPr>
        <p:spPr>
          <a:xfrm>
            <a:off x="255675" y="1048800"/>
            <a:ext cx="3994500" cy="16776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b="1" lang="en" sz="1100">
                <a:solidFill>
                  <a:schemeClr val="dk1"/>
                </a:solidFill>
                <a:latin typeface="Figtree"/>
                <a:ea typeface="Figtree"/>
                <a:cs typeface="Figtree"/>
                <a:sym typeface="Figtree"/>
              </a:rPr>
              <a:t>Graphics &amp; Rendering Core</a:t>
            </a:r>
            <a:endParaRPr b="1" sz="1100">
              <a:solidFill>
                <a:schemeClr val="dk1"/>
              </a:solidFill>
              <a:latin typeface="Figtree"/>
              <a:ea typeface="Figtree"/>
              <a:cs typeface="Figtree"/>
              <a:sym typeface="Figtree"/>
            </a:endParaRPr>
          </a:p>
          <a:p>
            <a:pPr indent="-298450" lvl="0" marL="457200" rtl="0" algn="l">
              <a:lnSpc>
                <a:spcPct val="100000"/>
              </a:lnSpc>
              <a:spcBef>
                <a:spcPts val="1200"/>
              </a:spcBef>
              <a:spcAft>
                <a:spcPts val="0"/>
              </a:spcAft>
              <a:buClr>
                <a:schemeClr val="dk1"/>
              </a:buClr>
              <a:buSzPts val="1100"/>
              <a:buFont typeface="Figtree"/>
              <a:buChar char="●"/>
            </a:pPr>
            <a:r>
              <a:rPr lang="en" sz="1100">
                <a:solidFill>
                  <a:schemeClr val="dk1"/>
                </a:solidFill>
                <a:latin typeface="Figtree"/>
                <a:ea typeface="Figtree"/>
                <a:cs typeface="Figtree"/>
                <a:sym typeface="Figtree"/>
              </a:rPr>
              <a:t>Set up the windowing, input, and camera system</a:t>
            </a:r>
            <a:endParaRPr sz="1100">
              <a:solidFill>
                <a:schemeClr val="dk1"/>
              </a:solidFill>
              <a:latin typeface="Figtree"/>
              <a:ea typeface="Figtree"/>
              <a:cs typeface="Figtree"/>
              <a:sym typeface="Figtree"/>
            </a:endParaRPr>
          </a:p>
          <a:p>
            <a:pPr indent="-298450" lvl="0" marL="457200" rtl="0" algn="l">
              <a:lnSpc>
                <a:spcPct val="100000"/>
              </a:lnSpc>
              <a:spcBef>
                <a:spcPts val="0"/>
              </a:spcBef>
              <a:spcAft>
                <a:spcPts val="0"/>
              </a:spcAft>
              <a:buClr>
                <a:schemeClr val="dk1"/>
              </a:buClr>
              <a:buSzPts val="1100"/>
              <a:buFont typeface="Figtree"/>
              <a:buChar char="●"/>
            </a:pPr>
            <a:r>
              <a:rPr lang="en" sz="1100">
                <a:solidFill>
                  <a:schemeClr val="dk1"/>
                </a:solidFill>
                <a:latin typeface="Figtree"/>
                <a:ea typeface="Figtree"/>
                <a:cs typeface="Figtree"/>
                <a:sym typeface="Figtree"/>
              </a:rPr>
              <a:t>Implement an efficient chunk-based rendering pipeline</a:t>
            </a:r>
            <a:endParaRPr sz="1100">
              <a:solidFill>
                <a:schemeClr val="dk1"/>
              </a:solidFill>
              <a:latin typeface="Figtree"/>
              <a:ea typeface="Figtree"/>
              <a:cs typeface="Figtree"/>
              <a:sym typeface="Figtree"/>
            </a:endParaRPr>
          </a:p>
          <a:p>
            <a:pPr indent="-298450" lvl="0" marL="457200" rtl="0" algn="l">
              <a:lnSpc>
                <a:spcPct val="100000"/>
              </a:lnSpc>
              <a:spcBef>
                <a:spcPts val="0"/>
              </a:spcBef>
              <a:spcAft>
                <a:spcPts val="0"/>
              </a:spcAft>
              <a:buClr>
                <a:schemeClr val="dk1"/>
              </a:buClr>
              <a:buSzPts val="1100"/>
              <a:buFont typeface="Figtree"/>
              <a:buChar char="●"/>
            </a:pPr>
            <a:r>
              <a:rPr lang="en" sz="1100">
                <a:solidFill>
                  <a:schemeClr val="dk1"/>
                </a:solidFill>
                <a:latin typeface="Figtree"/>
                <a:ea typeface="Figtree"/>
                <a:cs typeface="Figtree"/>
                <a:sym typeface="Figtree"/>
              </a:rPr>
              <a:t>Build a face-culling and greedy meshing algorithm to minimize raw polygon count and reduce draw calls</a:t>
            </a:r>
            <a:endParaRPr sz="1100">
              <a:solidFill>
                <a:schemeClr val="dk1"/>
              </a:solidFill>
              <a:latin typeface="Figtree"/>
              <a:ea typeface="Figtree"/>
              <a:cs typeface="Figtree"/>
              <a:sym typeface="Figtree"/>
            </a:endParaRPr>
          </a:p>
          <a:p>
            <a:pPr indent="0" lvl="0" marL="0" rtl="0" algn="l">
              <a:lnSpc>
                <a:spcPct val="100000"/>
              </a:lnSpc>
              <a:spcBef>
                <a:spcPts val="1200"/>
              </a:spcBef>
              <a:spcAft>
                <a:spcPts val="1200"/>
              </a:spcAft>
              <a:buNone/>
            </a:pPr>
            <a:r>
              <a:rPr lang="en" sz="1100">
                <a:solidFill>
                  <a:schemeClr val="dk1"/>
                </a:solidFill>
                <a:latin typeface="Figtree"/>
                <a:ea typeface="Figtree"/>
                <a:cs typeface="Figtree"/>
                <a:sym typeface="Figtree"/>
              </a:rPr>
              <a:t>Omar </a:t>
            </a:r>
            <a:endParaRPr sz="1100">
              <a:solidFill>
                <a:schemeClr val="dk1"/>
              </a:solidFill>
              <a:latin typeface="Figtree"/>
              <a:ea typeface="Figtree"/>
              <a:cs typeface="Figtree"/>
              <a:sym typeface="Figtree"/>
            </a:endParaRPr>
          </a:p>
        </p:txBody>
      </p:sp>
      <p:sp>
        <p:nvSpPr>
          <p:cNvPr id="535" name="Google Shape;535;p64"/>
          <p:cNvSpPr txBox="1"/>
          <p:nvPr/>
        </p:nvSpPr>
        <p:spPr>
          <a:xfrm>
            <a:off x="255675" y="2886675"/>
            <a:ext cx="4160400" cy="20163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b="1" lang="en" sz="1100">
                <a:solidFill>
                  <a:schemeClr val="dk1"/>
                </a:solidFill>
                <a:latin typeface="Figtree"/>
                <a:ea typeface="Figtree"/>
                <a:cs typeface="Figtree"/>
                <a:sym typeface="Figtree"/>
              </a:rPr>
              <a:t>Procedural Voxel Generation &amp; Seed Engine</a:t>
            </a:r>
            <a:endParaRPr b="1" sz="1100">
              <a:solidFill>
                <a:schemeClr val="dk1"/>
              </a:solidFill>
              <a:latin typeface="Figtree"/>
              <a:ea typeface="Figtree"/>
              <a:cs typeface="Figtree"/>
              <a:sym typeface="Figtree"/>
            </a:endParaRPr>
          </a:p>
          <a:p>
            <a:pPr indent="-298450" lvl="0" marL="457200" rtl="0" algn="l">
              <a:lnSpc>
                <a:spcPct val="100000"/>
              </a:lnSpc>
              <a:spcBef>
                <a:spcPts val="1200"/>
              </a:spcBef>
              <a:spcAft>
                <a:spcPts val="0"/>
              </a:spcAft>
              <a:buClr>
                <a:schemeClr val="dk1"/>
              </a:buClr>
              <a:buSzPts val="1100"/>
              <a:buFont typeface="Figtree"/>
              <a:buChar char="●"/>
            </a:pPr>
            <a:r>
              <a:rPr lang="en" sz="1100">
                <a:solidFill>
                  <a:schemeClr val="dk1"/>
                </a:solidFill>
                <a:latin typeface="Figtree"/>
                <a:ea typeface="Figtree"/>
                <a:cs typeface="Figtree"/>
                <a:sym typeface="Figtree"/>
              </a:rPr>
              <a:t>Write a fast 3D procedural density function driven by an initial numeric seed.</a:t>
            </a:r>
            <a:endParaRPr sz="1100">
              <a:solidFill>
                <a:schemeClr val="dk1"/>
              </a:solidFill>
              <a:latin typeface="Figtree"/>
              <a:ea typeface="Figtree"/>
              <a:cs typeface="Figtree"/>
              <a:sym typeface="Figtree"/>
            </a:endParaRPr>
          </a:p>
          <a:p>
            <a:pPr indent="-298450" lvl="0" marL="457200" rtl="0" algn="l">
              <a:lnSpc>
                <a:spcPct val="100000"/>
              </a:lnSpc>
              <a:spcBef>
                <a:spcPts val="0"/>
              </a:spcBef>
              <a:spcAft>
                <a:spcPts val="0"/>
              </a:spcAft>
              <a:buClr>
                <a:schemeClr val="dk1"/>
              </a:buClr>
              <a:buSzPts val="1100"/>
              <a:buFont typeface="Figtree"/>
              <a:buChar char="●"/>
            </a:pPr>
            <a:r>
              <a:rPr lang="en" sz="1100">
                <a:solidFill>
                  <a:schemeClr val="dk1"/>
                </a:solidFill>
                <a:latin typeface="Figtree"/>
                <a:ea typeface="Figtree"/>
                <a:cs typeface="Figtree"/>
                <a:sym typeface="Figtree"/>
              </a:rPr>
              <a:t>Build a chunk streamer that instantiates voxel chunks ahead of the player’s vertical ascent and cull descending chunks below the camera.</a:t>
            </a:r>
            <a:endParaRPr sz="1100">
              <a:solidFill>
                <a:schemeClr val="dk1"/>
              </a:solidFill>
              <a:latin typeface="Figtree"/>
              <a:ea typeface="Figtree"/>
              <a:cs typeface="Figtree"/>
              <a:sym typeface="Figtree"/>
            </a:endParaRPr>
          </a:p>
          <a:p>
            <a:pPr indent="-298450" lvl="0" marL="457200" rtl="0" algn="l">
              <a:lnSpc>
                <a:spcPct val="100000"/>
              </a:lnSpc>
              <a:spcBef>
                <a:spcPts val="0"/>
              </a:spcBef>
              <a:spcAft>
                <a:spcPts val="0"/>
              </a:spcAft>
              <a:buClr>
                <a:schemeClr val="dk1"/>
              </a:buClr>
              <a:buSzPts val="1100"/>
              <a:buFont typeface="Figtree"/>
              <a:buChar char="●"/>
            </a:pPr>
            <a:r>
              <a:rPr lang="en" sz="1100">
                <a:solidFill>
                  <a:schemeClr val="dk1"/>
                </a:solidFill>
                <a:latin typeface="Figtree"/>
                <a:ea typeface="Figtree"/>
                <a:cs typeface="Figtree"/>
                <a:sym typeface="Figtree"/>
              </a:rPr>
              <a:t>Enforce strict determinism to guarantee identical level outputs across same-seed runs.</a:t>
            </a:r>
            <a:endParaRPr sz="1100">
              <a:solidFill>
                <a:schemeClr val="dk1"/>
              </a:solidFill>
              <a:latin typeface="Figtree"/>
              <a:ea typeface="Figtree"/>
              <a:cs typeface="Figtree"/>
              <a:sym typeface="Figtree"/>
            </a:endParaRPr>
          </a:p>
          <a:p>
            <a:pPr indent="0" lvl="0" marL="0" rtl="0" algn="l">
              <a:spcBef>
                <a:spcPts val="1200"/>
              </a:spcBef>
              <a:spcAft>
                <a:spcPts val="1200"/>
              </a:spcAft>
              <a:buNone/>
            </a:pPr>
            <a:r>
              <a:rPr lang="en" sz="1100">
                <a:solidFill>
                  <a:schemeClr val="dk1"/>
                </a:solidFill>
                <a:latin typeface="Figtree"/>
                <a:ea typeface="Figtree"/>
                <a:cs typeface="Figtree"/>
                <a:sym typeface="Figtree"/>
              </a:rPr>
              <a:t>Adrian</a:t>
            </a:r>
            <a:endParaRPr sz="1100">
              <a:solidFill>
                <a:schemeClr val="dk1"/>
              </a:solidFill>
              <a:latin typeface="Figtree"/>
              <a:ea typeface="Figtree"/>
              <a:cs typeface="Figtree"/>
              <a:sym typeface="Figtree"/>
            </a:endParaRPr>
          </a:p>
        </p:txBody>
      </p:sp>
      <p:sp>
        <p:nvSpPr>
          <p:cNvPr id="536" name="Google Shape;536;p64"/>
          <p:cNvSpPr txBox="1"/>
          <p:nvPr/>
        </p:nvSpPr>
        <p:spPr>
          <a:xfrm>
            <a:off x="4572000" y="963600"/>
            <a:ext cx="4295400" cy="184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100">
                <a:solidFill>
                  <a:schemeClr val="dk1"/>
                </a:solidFill>
                <a:latin typeface="Figtree"/>
                <a:ea typeface="Figtree"/>
                <a:cs typeface="Figtree"/>
                <a:sym typeface="Figtree"/>
              </a:rPr>
              <a:t>Shading, Lighting &amp; Atmosphere</a:t>
            </a:r>
            <a:endParaRPr b="1" sz="1100">
              <a:solidFill>
                <a:schemeClr val="dk1"/>
              </a:solidFill>
              <a:latin typeface="Figtree"/>
              <a:ea typeface="Figtree"/>
              <a:cs typeface="Figtree"/>
              <a:sym typeface="Figtree"/>
            </a:endParaRPr>
          </a:p>
          <a:p>
            <a:pPr indent="-298450" lvl="0" marL="457200" rtl="0" algn="l">
              <a:spcBef>
                <a:spcPts val="1200"/>
              </a:spcBef>
              <a:spcAft>
                <a:spcPts val="0"/>
              </a:spcAft>
              <a:buClr>
                <a:schemeClr val="dk1"/>
              </a:buClr>
              <a:buSzPts val="1100"/>
              <a:buFont typeface="Figtree"/>
              <a:buChar char="●"/>
            </a:pPr>
            <a:r>
              <a:rPr lang="en" sz="1100">
                <a:solidFill>
                  <a:schemeClr val="dk1"/>
                </a:solidFill>
                <a:latin typeface="Figtree"/>
                <a:ea typeface="Figtree"/>
                <a:cs typeface="Figtree"/>
                <a:sym typeface="Figtree"/>
              </a:rPr>
              <a:t>Develop/Implement shaders for dynamic lighting</a:t>
            </a:r>
            <a:endParaRPr sz="1100">
              <a:solidFill>
                <a:schemeClr val="dk1"/>
              </a:solidFill>
              <a:latin typeface="Figtree"/>
              <a:ea typeface="Figtree"/>
              <a:cs typeface="Figtree"/>
              <a:sym typeface="Figtree"/>
            </a:endParaRPr>
          </a:p>
          <a:p>
            <a:pPr indent="-298450" lvl="0" marL="457200" rtl="0" algn="l">
              <a:spcBef>
                <a:spcPts val="0"/>
              </a:spcBef>
              <a:spcAft>
                <a:spcPts val="0"/>
              </a:spcAft>
              <a:buClr>
                <a:schemeClr val="dk1"/>
              </a:buClr>
              <a:buSzPts val="1100"/>
              <a:buFont typeface="Figtree"/>
              <a:buChar char="●"/>
            </a:pPr>
            <a:r>
              <a:rPr lang="en" sz="1100">
                <a:solidFill>
                  <a:schemeClr val="dk1"/>
                </a:solidFill>
                <a:latin typeface="Figtree"/>
                <a:ea typeface="Figtree"/>
                <a:cs typeface="Figtree"/>
                <a:sym typeface="Figtree"/>
              </a:rPr>
              <a:t>Implement occlusion to accentuate depth along voxel edges and interior tower elements</a:t>
            </a:r>
            <a:endParaRPr sz="1100">
              <a:solidFill>
                <a:schemeClr val="dk1"/>
              </a:solidFill>
              <a:latin typeface="Figtree"/>
              <a:ea typeface="Figtree"/>
              <a:cs typeface="Figtree"/>
              <a:sym typeface="Figtree"/>
            </a:endParaRPr>
          </a:p>
          <a:p>
            <a:pPr indent="-298450" lvl="0" marL="457200" rtl="0" algn="l">
              <a:spcBef>
                <a:spcPts val="0"/>
              </a:spcBef>
              <a:spcAft>
                <a:spcPts val="0"/>
              </a:spcAft>
              <a:buClr>
                <a:schemeClr val="dk1"/>
              </a:buClr>
              <a:buSzPts val="1100"/>
              <a:buFont typeface="Figtree"/>
              <a:buChar char="●"/>
            </a:pPr>
            <a:r>
              <a:rPr lang="en" sz="1100">
                <a:solidFill>
                  <a:schemeClr val="dk1"/>
                </a:solidFill>
                <a:latin typeface="Figtree"/>
                <a:ea typeface="Figtree"/>
                <a:cs typeface="Figtree"/>
                <a:sym typeface="Figtree"/>
              </a:rPr>
              <a:t>Add a post-processing framebuffer pass for speed effects, including subtle vignette and motion cues during high-speed platforming</a:t>
            </a:r>
            <a:endParaRPr sz="1100">
              <a:solidFill>
                <a:schemeClr val="dk1"/>
              </a:solidFill>
              <a:latin typeface="Figtree"/>
              <a:ea typeface="Figtree"/>
              <a:cs typeface="Figtree"/>
              <a:sym typeface="Figtree"/>
            </a:endParaRPr>
          </a:p>
          <a:p>
            <a:pPr indent="0" lvl="0" marL="0" rtl="0" algn="l">
              <a:spcBef>
                <a:spcPts val="1200"/>
              </a:spcBef>
              <a:spcAft>
                <a:spcPts val="1200"/>
              </a:spcAft>
              <a:buNone/>
            </a:pPr>
            <a:r>
              <a:rPr lang="en" sz="1100">
                <a:solidFill>
                  <a:schemeClr val="dk1"/>
                </a:solidFill>
                <a:latin typeface="Figtree"/>
                <a:ea typeface="Figtree"/>
                <a:cs typeface="Figtree"/>
                <a:sym typeface="Figtree"/>
              </a:rPr>
              <a:t>Alexandru</a:t>
            </a:r>
            <a:endParaRPr sz="1100">
              <a:solidFill>
                <a:schemeClr val="dk1"/>
              </a:solidFill>
              <a:latin typeface="Figtree"/>
              <a:ea typeface="Figtree"/>
              <a:cs typeface="Figtree"/>
              <a:sym typeface="Figtree"/>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0" name="Shape 540"/>
        <p:cNvGrpSpPr/>
        <p:nvPr/>
      </p:nvGrpSpPr>
      <p:grpSpPr>
        <a:xfrm>
          <a:off x="0" y="0"/>
          <a:ext cx="0" cy="0"/>
          <a:chOff x="0" y="0"/>
          <a:chExt cx="0" cy="0"/>
        </a:xfrm>
      </p:grpSpPr>
      <p:sp>
        <p:nvSpPr>
          <p:cNvPr id="541" name="Google Shape;541;p65"/>
          <p:cNvSpPr/>
          <p:nvPr/>
        </p:nvSpPr>
        <p:spPr>
          <a:xfrm>
            <a:off x="228600" y="1076800"/>
            <a:ext cx="1373100" cy="1393800"/>
          </a:xfrm>
          <a:prstGeom prst="roundRect">
            <a:avLst>
              <a:gd fmla="val 3071" name="adj"/>
            </a:avLst>
          </a:prstGeom>
          <a:solidFill>
            <a:schemeClr val="lt1"/>
          </a:solidFill>
          <a:ln>
            <a:noFill/>
          </a:ln>
          <a:effectLst>
            <a:outerShdw blurRad="171450" rotWithShape="0" algn="bl">
              <a:schemeClr val="dk1">
                <a:alpha val="58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Figtree Medium"/>
              <a:ea typeface="Figtree Medium"/>
              <a:cs typeface="Figtree Medium"/>
              <a:sym typeface="Figtree Medium"/>
            </a:endParaRPr>
          </a:p>
          <a:p>
            <a:pPr indent="0" lvl="0" marL="0" rtl="0" algn="l">
              <a:spcBef>
                <a:spcPts val="0"/>
              </a:spcBef>
              <a:spcAft>
                <a:spcPts val="0"/>
              </a:spcAft>
              <a:buNone/>
            </a:pPr>
            <a:r>
              <a:t/>
            </a:r>
            <a:endParaRPr>
              <a:solidFill>
                <a:schemeClr val="lt1"/>
              </a:solidFill>
              <a:latin typeface="Figtree Medium"/>
              <a:ea typeface="Figtree Medium"/>
              <a:cs typeface="Figtree Medium"/>
              <a:sym typeface="Figtree Medium"/>
            </a:endParaRPr>
          </a:p>
        </p:txBody>
      </p:sp>
      <p:sp>
        <p:nvSpPr>
          <p:cNvPr id="542" name="Google Shape;542;p65"/>
          <p:cNvSpPr/>
          <p:nvPr/>
        </p:nvSpPr>
        <p:spPr>
          <a:xfrm>
            <a:off x="3161400" y="2433000"/>
            <a:ext cx="1373100" cy="1393800"/>
          </a:xfrm>
          <a:prstGeom prst="roundRect">
            <a:avLst>
              <a:gd fmla="val 3071" name="adj"/>
            </a:avLst>
          </a:prstGeom>
          <a:solidFill>
            <a:schemeClr val="lt1"/>
          </a:solidFill>
          <a:ln>
            <a:noFill/>
          </a:ln>
          <a:effectLst>
            <a:outerShdw blurRad="171450" rotWithShape="0" algn="bl">
              <a:schemeClr val="dk1">
                <a:alpha val="58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Figtree Medium"/>
              <a:ea typeface="Figtree Medium"/>
              <a:cs typeface="Figtree Medium"/>
              <a:sym typeface="Figtree Medium"/>
            </a:endParaRPr>
          </a:p>
          <a:p>
            <a:pPr indent="0" lvl="0" marL="0" rtl="0" algn="l">
              <a:spcBef>
                <a:spcPts val="0"/>
              </a:spcBef>
              <a:spcAft>
                <a:spcPts val="0"/>
              </a:spcAft>
              <a:buNone/>
            </a:pPr>
            <a:r>
              <a:t/>
            </a:r>
            <a:endParaRPr>
              <a:solidFill>
                <a:schemeClr val="lt1"/>
              </a:solidFill>
              <a:latin typeface="Figtree Medium"/>
              <a:ea typeface="Figtree Medium"/>
              <a:cs typeface="Figtree Medium"/>
              <a:sym typeface="Figtree Medium"/>
            </a:endParaRPr>
          </a:p>
        </p:txBody>
      </p:sp>
      <p:sp>
        <p:nvSpPr>
          <p:cNvPr id="543" name="Google Shape;543;p65"/>
          <p:cNvSpPr/>
          <p:nvPr/>
        </p:nvSpPr>
        <p:spPr>
          <a:xfrm>
            <a:off x="4618949" y="1104600"/>
            <a:ext cx="1346100" cy="1393800"/>
          </a:xfrm>
          <a:prstGeom prst="roundRect">
            <a:avLst>
              <a:gd fmla="val 3071" name="adj"/>
            </a:avLst>
          </a:prstGeom>
          <a:solidFill>
            <a:schemeClr val="lt1"/>
          </a:solidFill>
          <a:ln>
            <a:noFill/>
          </a:ln>
          <a:effectLst>
            <a:outerShdw blurRad="171450" rotWithShape="0" algn="bl">
              <a:schemeClr val="dk1">
                <a:alpha val="58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Figtree Medium"/>
              <a:ea typeface="Figtree Medium"/>
              <a:cs typeface="Figtree Medium"/>
              <a:sym typeface="Figtree Medium"/>
            </a:endParaRPr>
          </a:p>
          <a:p>
            <a:pPr indent="0" lvl="0" marL="0" rtl="0" algn="l">
              <a:spcBef>
                <a:spcPts val="0"/>
              </a:spcBef>
              <a:spcAft>
                <a:spcPts val="0"/>
              </a:spcAft>
              <a:buNone/>
            </a:pPr>
            <a:r>
              <a:t/>
            </a:r>
            <a:endParaRPr>
              <a:solidFill>
                <a:schemeClr val="lt1"/>
              </a:solidFill>
              <a:latin typeface="Figtree Medium"/>
              <a:ea typeface="Figtree Medium"/>
              <a:cs typeface="Figtree Medium"/>
              <a:sym typeface="Figtree Medium"/>
            </a:endParaRPr>
          </a:p>
        </p:txBody>
      </p:sp>
      <p:sp>
        <p:nvSpPr>
          <p:cNvPr id="544" name="Google Shape;544;p65"/>
          <p:cNvSpPr/>
          <p:nvPr/>
        </p:nvSpPr>
        <p:spPr>
          <a:xfrm>
            <a:off x="6077650" y="2498400"/>
            <a:ext cx="1373100" cy="1393800"/>
          </a:xfrm>
          <a:prstGeom prst="roundRect">
            <a:avLst>
              <a:gd fmla="val 3071" name="adj"/>
            </a:avLst>
          </a:prstGeom>
          <a:solidFill>
            <a:schemeClr val="lt1"/>
          </a:solidFill>
          <a:ln>
            <a:noFill/>
          </a:ln>
          <a:effectLst>
            <a:outerShdw blurRad="171450" rotWithShape="0" algn="bl">
              <a:schemeClr val="dk1">
                <a:alpha val="58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Figtree Medium"/>
              <a:ea typeface="Figtree Medium"/>
              <a:cs typeface="Figtree Medium"/>
              <a:sym typeface="Figtree Medium"/>
            </a:endParaRPr>
          </a:p>
          <a:p>
            <a:pPr indent="0" lvl="0" marL="0" rtl="0" algn="l">
              <a:spcBef>
                <a:spcPts val="0"/>
              </a:spcBef>
              <a:spcAft>
                <a:spcPts val="0"/>
              </a:spcAft>
              <a:buNone/>
            </a:pPr>
            <a:r>
              <a:t/>
            </a:r>
            <a:endParaRPr>
              <a:solidFill>
                <a:schemeClr val="lt1"/>
              </a:solidFill>
              <a:latin typeface="Figtree Medium"/>
              <a:ea typeface="Figtree Medium"/>
              <a:cs typeface="Figtree Medium"/>
              <a:sym typeface="Figtree Medium"/>
            </a:endParaRPr>
          </a:p>
        </p:txBody>
      </p:sp>
      <p:sp>
        <p:nvSpPr>
          <p:cNvPr id="545" name="Google Shape;545;p65"/>
          <p:cNvSpPr/>
          <p:nvPr/>
        </p:nvSpPr>
        <p:spPr>
          <a:xfrm>
            <a:off x="7542350" y="3475675"/>
            <a:ext cx="1373100" cy="1393800"/>
          </a:xfrm>
          <a:prstGeom prst="roundRect">
            <a:avLst>
              <a:gd fmla="val 3071" name="adj"/>
            </a:avLst>
          </a:prstGeom>
          <a:solidFill>
            <a:schemeClr val="lt1"/>
          </a:solidFill>
          <a:ln>
            <a:noFill/>
          </a:ln>
          <a:effectLst>
            <a:outerShdw blurRad="171450" rotWithShape="0" algn="bl">
              <a:schemeClr val="dk1">
                <a:alpha val="58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Figtree Medium"/>
              <a:ea typeface="Figtree Medium"/>
              <a:cs typeface="Figtree Medium"/>
              <a:sym typeface="Figtree Medium"/>
            </a:endParaRPr>
          </a:p>
          <a:p>
            <a:pPr indent="0" lvl="0" marL="0" rtl="0" algn="l">
              <a:spcBef>
                <a:spcPts val="0"/>
              </a:spcBef>
              <a:spcAft>
                <a:spcPts val="0"/>
              </a:spcAft>
              <a:buNone/>
            </a:pPr>
            <a:r>
              <a:t/>
            </a:r>
            <a:endParaRPr>
              <a:solidFill>
                <a:schemeClr val="lt1"/>
              </a:solidFill>
              <a:latin typeface="Figtree Medium"/>
              <a:ea typeface="Figtree Medium"/>
              <a:cs typeface="Figtree Medium"/>
              <a:sym typeface="Figtree Medium"/>
            </a:endParaRPr>
          </a:p>
        </p:txBody>
      </p:sp>
      <p:sp>
        <p:nvSpPr>
          <p:cNvPr id="546" name="Google Shape;546;p65"/>
          <p:cNvSpPr/>
          <p:nvPr/>
        </p:nvSpPr>
        <p:spPr>
          <a:xfrm>
            <a:off x="1690275" y="2433000"/>
            <a:ext cx="1373100" cy="1393800"/>
          </a:xfrm>
          <a:prstGeom prst="roundRect">
            <a:avLst>
              <a:gd fmla="val 3071" name="adj"/>
            </a:avLst>
          </a:prstGeom>
          <a:solidFill>
            <a:schemeClr val="lt1"/>
          </a:solidFill>
          <a:ln>
            <a:noFill/>
          </a:ln>
          <a:effectLst>
            <a:outerShdw blurRad="171450" rotWithShape="0" algn="bl">
              <a:schemeClr val="dk1">
                <a:alpha val="58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Figtree Medium"/>
              <a:ea typeface="Figtree Medium"/>
              <a:cs typeface="Figtree Medium"/>
              <a:sym typeface="Figtree Medium"/>
            </a:endParaRPr>
          </a:p>
          <a:p>
            <a:pPr indent="0" lvl="0" marL="0" rtl="0" algn="l">
              <a:spcBef>
                <a:spcPts val="0"/>
              </a:spcBef>
              <a:spcAft>
                <a:spcPts val="0"/>
              </a:spcAft>
              <a:buNone/>
            </a:pPr>
            <a:r>
              <a:t/>
            </a:r>
            <a:endParaRPr>
              <a:solidFill>
                <a:schemeClr val="lt1"/>
              </a:solidFill>
              <a:latin typeface="Figtree Medium"/>
              <a:ea typeface="Figtree Medium"/>
              <a:cs typeface="Figtree Medium"/>
              <a:sym typeface="Figtree Medium"/>
            </a:endParaRPr>
          </a:p>
        </p:txBody>
      </p:sp>
      <p:sp>
        <p:nvSpPr>
          <p:cNvPr id="547" name="Google Shape;547;p65"/>
          <p:cNvSpPr txBox="1"/>
          <p:nvPr>
            <p:ph idx="16" type="title"/>
          </p:nvPr>
        </p:nvSpPr>
        <p:spPr>
          <a:xfrm>
            <a:off x="6414875" y="58625"/>
            <a:ext cx="2500500" cy="1722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r>
              <a:rPr lang="en"/>
              <a:t>GROUP 7</a:t>
            </a:r>
            <a:endParaRPr/>
          </a:p>
        </p:txBody>
      </p:sp>
      <p:sp>
        <p:nvSpPr>
          <p:cNvPr id="548" name="Google Shape;548;p65"/>
          <p:cNvSpPr txBox="1"/>
          <p:nvPr>
            <p:ph idx="17" type="title"/>
          </p:nvPr>
        </p:nvSpPr>
        <p:spPr>
          <a:xfrm>
            <a:off x="228600" y="457200"/>
            <a:ext cx="4160400" cy="464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TIMELINE</a:t>
            </a:r>
            <a:endParaRPr/>
          </a:p>
        </p:txBody>
      </p:sp>
      <p:sp>
        <p:nvSpPr>
          <p:cNvPr id="549" name="Google Shape;549;p65"/>
          <p:cNvSpPr txBox="1"/>
          <p:nvPr>
            <p:ph idx="1" type="body"/>
          </p:nvPr>
        </p:nvSpPr>
        <p:spPr>
          <a:xfrm>
            <a:off x="3272950" y="2558125"/>
            <a:ext cx="1149900" cy="6156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DYNAMIC CHUNK STREAMING &amp; MOVEMENT MECHANICS</a:t>
            </a:r>
            <a:endParaRPr/>
          </a:p>
        </p:txBody>
      </p:sp>
      <p:sp>
        <p:nvSpPr>
          <p:cNvPr id="550" name="Google Shape;550;p65"/>
          <p:cNvSpPr txBox="1"/>
          <p:nvPr>
            <p:ph idx="6" type="subTitle"/>
          </p:nvPr>
        </p:nvSpPr>
        <p:spPr>
          <a:xfrm>
            <a:off x="3273038" y="3269975"/>
            <a:ext cx="1149900" cy="4317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Milestone 03</a:t>
            </a:r>
            <a:endParaRPr/>
          </a:p>
        </p:txBody>
      </p:sp>
      <p:sp>
        <p:nvSpPr>
          <p:cNvPr id="551" name="Google Shape;551;p65"/>
          <p:cNvSpPr txBox="1"/>
          <p:nvPr>
            <p:ph idx="2" type="body"/>
          </p:nvPr>
        </p:nvSpPr>
        <p:spPr>
          <a:xfrm>
            <a:off x="1806550" y="2558125"/>
            <a:ext cx="1149900" cy="4617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DETERMINISTIC VOXEL WORLD &amp; MESHING</a:t>
            </a:r>
            <a:endParaRPr/>
          </a:p>
        </p:txBody>
      </p:sp>
      <p:sp>
        <p:nvSpPr>
          <p:cNvPr id="552" name="Google Shape;552;p65"/>
          <p:cNvSpPr txBox="1"/>
          <p:nvPr>
            <p:ph idx="7" type="subTitle"/>
          </p:nvPr>
        </p:nvSpPr>
        <p:spPr>
          <a:xfrm>
            <a:off x="1806638" y="3269975"/>
            <a:ext cx="1149900" cy="4317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Milestone 02</a:t>
            </a:r>
            <a:endParaRPr/>
          </a:p>
        </p:txBody>
      </p:sp>
      <p:sp>
        <p:nvSpPr>
          <p:cNvPr id="553" name="Google Shape;553;p65"/>
          <p:cNvSpPr txBox="1"/>
          <p:nvPr>
            <p:ph idx="3" type="body"/>
          </p:nvPr>
        </p:nvSpPr>
        <p:spPr>
          <a:xfrm>
            <a:off x="335425" y="1201925"/>
            <a:ext cx="1149900" cy="3078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BASELINE ENGINE &amp; PIPELINE SETUP</a:t>
            </a:r>
            <a:endParaRPr/>
          </a:p>
        </p:txBody>
      </p:sp>
      <p:sp>
        <p:nvSpPr>
          <p:cNvPr id="554" name="Google Shape;554;p65"/>
          <p:cNvSpPr txBox="1"/>
          <p:nvPr>
            <p:ph idx="8" type="subTitle"/>
          </p:nvPr>
        </p:nvSpPr>
        <p:spPr>
          <a:xfrm>
            <a:off x="335513" y="1913775"/>
            <a:ext cx="1149900" cy="4317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Milestone 01</a:t>
            </a:r>
            <a:endParaRPr/>
          </a:p>
        </p:txBody>
      </p:sp>
      <p:sp>
        <p:nvSpPr>
          <p:cNvPr id="555" name="Google Shape;555;p65"/>
          <p:cNvSpPr txBox="1"/>
          <p:nvPr>
            <p:ph idx="4" type="body"/>
          </p:nvPr>
        </p:nvSpPr>
        <p:spPr>
          <a:xfrm>
            <a:off x="4721725" y="1229725"/>
            <a:ext cx="1149900" cy="4617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SHADING, AMBIENT OCCLUSION, &amp; LIGHTING</a:t>
            </a:r>
            <a:endParaRPr/>
          </a:p>
        </p:txBody>
      </p:sp>
      <p:sp>
        <p:nvSpPr>
          <p:cNvPr id="556" name="Google Shape;556;p65"/>
          <p:cNvSpPr txBox="1"/>
          <p:nvPr>
            <p:ph idx="9" type="subTitle"/>
          </p:nvPr>
        </p:nvSpPr>
        <p:spPr>
          <a:xfrm>
            <a:off x="4721813" y="1941575"/>
            <a:ext cx="1149900" cy="4317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Milestone 04</a:t>
            </a:r>
            <a:endParaRPr/>
          </a:p>
        </p:txBody>
      </p:sp>
      <p:sp>
        <p:nvSpPr>
          <p:cNvPr id="557" name="Google Shape;557;p65"/>
          <p:cNvSpPr txBox="1"/>
          <p:nvPr>
            <p:ph idx="5" type="body"/>
          </p:nvPr>
        </p:nvSpPr>
        <p:spPr>
          <a:xfrm>
            <a:off x="6193925" y="2623525"/>
            <a:ext cx="1149900" cy="4617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POST-PROCESSING &amp; SPEEDRUNNING SYSTEMS</a:t>
            </a:r>
            <a:endParaRPr/>
          </a:p>
        </p:txBody>
      </p:sp>
      <p:sp>
        <p:nvSpPr>
          <p:cNvPr id="558" name="Google Shape;558;p65"/>
          <p:cNvSpPr txBox="1"/>
          <p:nvPr>
            <p:ph idx="13" type="subTitle"/>
          </p:nvPr>
        </p:nvSpPr>
        <p:spPr>
          <a:xfrm>
            <a:off x="6194013" y="3335375"/>
            <a:ext cx="1149900" cy="4317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Milestone 05</a:t>
            </a:r>
            <a:endParaRPr/>
          </a:p>
        </p:txBody>
      </p:sp>
      <p:sp>
        <p:nvSpPr>
          <p:cNvPr id="559" name="Google Shape;559;p65"/>
          <p:cNvSpPr txBox="1"/>
          <p:nvPr>
            <p:ph idx="15" type="body"/>
          </p:nvPr>
        </p:nvSpPr>
        <p:spPr>
          <a:xfrm>
            <a:off x="7658625" y="3600800"/>
            <a:ext cx="1149900" cy="4617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BENCHMARKING OPTIMIZATION &amp; POLISHING</a:t>
            </a:r>
            <a:endParaRPr/>
          </a:p>
        </p:txBody>
      </p:sp>
      <p:sp>
        <p:nvSpPr>
          <p:cNvPr id="560" name="Google Shape;560;p65"/>
          <p:cNvSpPr txBox="1"/>
          <p:nvPr>
            <p:ph idx="14" type="subTitle"/>
          </p:nvPr>
        </p:nvSpPr>
        <p:spPr>
          <a:xfrm>
            <a:off x="7658713" y="4312650"/>
            <a:ext cx="1149900" cy="4317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Milestone 06</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4" name="Shape 564"/>
        <p:cNvGrpSpPr/>
        <p:nvPr/>
      </p:nvGrpSpPr>
      <p:grpSpPr>
        <a:xfrm>
          <a:off x="0" y="0"/>
          <a:ext cx="0" cy="0"/>
          <a:chOff x="0" y="0"/>
          <a:chExt cx="0" cy="0"/>
        </a:xfrm>
      </p:grpSpPr>
      <p:sp>
        <p:nvSpPr>
          <p:cNvPr id="565" name="Google Shape;565;p66"/>
          <p:cNvSpPr/>
          <p:nvPr/>
        </p:nvSpPr>
        <p:spPr>
          <a:xfrm>
            <a:off x="228600" y="875200"/>
            <a:ext cx="2667900" cy="2674200"/>
          </a:xfrm>
          <a:prstGeom prst="roundRect">
            <a:avLst>
              <a:gd fmla="val 50000" name="adj"/>
            </a:avLst>
          </a:prstGeom>
          <a:noFill/>
          <a:ln cap="flat" cmpd="sng" w="9525">
            <a:solidFill>
              <a:schemeClr val="accent3"/>
            </a:solidFill>
            <a:prstDash val="solid"/>
            <a:round/>
            <a:headEnd len="sm" w="sm" type="none"/>
            <a:tailEnd len="sm" w="sm" type="none"/>
          </a:ln>
          <a:effectLst>
            <a:outerShdw blurRad="171450" rotWithShape="0" algn="bl">
              <a:schemeClr val="dk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Figtree Medium"/>
              <a:ea typeface="Figtree Medium"/>
              <a:cs typeface="Figtree Medium"/>
              <a:sym typeface="Figtree Medium"/>
            </a:endParaRPr>
          </a:p>
          <a:p>
            <a:pPr indent="0" lvl="0" marL="0" rtl="0" algn="l">
              <a:spcBef>
                <a:spcPts val="0"/>
              </a:spcBef>
              <a:spcAft>
                <a:spcPts val="0"/>
              </a:spcAft>
              <a:buNone/>
            </a:pPr>
            <a:r>
              <a:t/>
            </a:r>
            <a:endParaRPr>
              <a:solidFill>
                <a:schemeClr val="lt1"/>
              </a:solidFill>
              <a:latin typeface="Figtree Medium"/>
              <a:ea typeface="Figtree Medium"/>
              <a:cs typeface="Figtree Medium"/>
              <a:sym typeface="Figtree Medium"/>
            </a:endParaRPr>
          </a:p>
        </p:txBody>
      </p:sp>
      <p:sp>
        <p:nvSpPr>
          <p:cNvPr id="566" name="Google Shape;566;p66"/>
          <p:cNvSpPr/>
          <p:nvPr/>
        </p:nvSpPr>
        <p:spPr>
          <a:xfrm>
            <a:off x="1951050" y="2337800"/>
            <a:ext cx="2667900" cy="2674200"/>
          </a:xfrm>
          <a:prstGeom prst="roundRect">
            <a:avLst>
              <a:gd fmla="val 50000" name="adj"/>
            </a:avLst>
          </a:prstGeom>
          <a:noFill/>
          <a:ln cap="flat" cmpd="sng" w="9525">
            <a:solidFill>
              <a:schemeClr val="accent3"/>
            </a:solidFill>
            <a:prstDash val="solid"/>
            <a:round/>
            <a:headEnd len="sm" w="sm" type="none"/>
            <a:tailEnd len="sm" w="sm" type="none"/>
          </a:ln>
          <a:effectLst>
            <a:outerShdw blurRad="171450" rotWithShape="0" algn="bl">
              <a:schemeClr val="dk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Figtree Medium"/>
              <a:ea typeface="Figtree Medium"/>
              <a:cs typeface="Figtree Medium"/>
              <a:sym typeface="Figtree Medium"/>
            </a:endParaRPr>
          </a:p>
          <a:p>
            <a:pPr indent="0" lvl="0" marL="0" rtl="0" algn="l">
              <a:spcBef>
                <a:spcPts val="0"/>
              </a:spcBef>
              <a:spcAft>
                <a:spcPts val="0"/>
              </a:spcAft>
              <a:buNone/>
            </a:pPr>
            <a:r>
              <a:t/>
            </a:r>
            <a:endParaRPr>
              <a:solidFill>
                <a:schemeClr val="lt1"/>
              </a:solidFill>
              <a:latin typeface="Figtree Medium"/>
              <a:ea typeface="Figtree Medium"/>
              <a:cs typeface="Figtree Medium"/>
              <a:sym typeface="Figtree Medium"/>
            </a:endParaRPr>
          </a:p>
        </p:txBody>
      </p:sp>
      <p:sp>
        <p:nvSpPr>
          <p:cNvPr id="567" name="Google Shape;567;p66"/>
          <p:cNvSpPr/>
          <p:nvPr/>
        </p:nvSpPr>
        <p:spPr>
          <a:xfrm>
            <a:off x="6119200" y="734150"/>
            <a:ext cx="2667900" cy="2674200"/>
          </a:xfrm>
          <a:prstGeom prst="roundRect">
            <a:avLst>
              <a:gd fmla="val 50000" name="adj"/>
            </a:avLst>
          </a:prstGeom>
          <a:noFill/>
          <a:ln cap="flat" cmpd="sng" w="9525">
            <a:solidFill>
              <a:schemeClr val="accent3"/>
            </a:solidFill>
            <a:prstDash val="solid"/>
            <a:round/>
            <a:headEnd len="sm" w="sm" type="none"/>
            <a:tailEnd len="sm" w="sm" type="none"/>
          </a:ln>
          <a:effectLst>
            <a:outerShdw blurRad="171450" rotWithShape="0" algn="bl">
              <a:schemeClr val="dk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Figtree Medium"/>
              <a:ea typeface="Figtree Medium"/>
              <a:cs typeface="Figtree Medium"/>
              <a:sym typeface="Figtree Medium"/>
            </a:endParaRPr>
          </a:p>
          <a:p>
            <a:pPr indent="0" lvl="0" marL="0" rtl="0" algn="l">
              <a:spcBef>
                <a:spcPts val="0"/>
              </a:spcBef>
              <a:spcAft>
                <a:spcPts val="0"/>
              </a:spcAft>
              <a:buNone/>
            </a:pPr>
            <a:r>
              <a:t/>
            </a:r>
            <a:endParaRPr>
              <a:solidFill>
                <a:schemeClr val="lt1"/>
              </a:solidFill>
              <a:latin typeface="Figtree Medium"/>
              <a:ea typeface="Figtree Medium"/>
              <a:cs typeface="Figtree Medium"/>
              <a:sym typeface="Figtree Medium"/>
            </a:endParaRPr>
          </a:p>
        </p:txBody>
      </p:sp>
      <p:cxnSp>
        <p:nvCxnSpPr>
          <p:cNvPr id="568" name="Google Shape;568;p66"/>
          <p:cNvCxnSpPr>
            <a:stCxn id="565" idx="1"/>
          </p:cNvCxnSpPr>
          <p:nvPr/>
        </p:nvCxnSpPr>
        <p:spPr>
          <a:xfrm rot="10800000">
            <a:off x="-574500" y="2212300"/>
            <a:ext cx="803100" cy="0"/>
          </a:xfrm>
          <a:prstGeom prst="straightConnector1">
            <a:avLst/>
          </a:prstGeom>
          <a:noFill/>
          <a:ln cap="flat" cmpd="sng" w="9525">
            <a:solidFill>
              <a:schemeClr val="accent3"/>
            </a:solidFill>
            <a:prstDash val="dash"/>
            <a:round/>
            <a:headEnd len="med" w="med" type="none"/>
            <a:tailEnd len="med" w="med" type="none"/>
          </a:ln>
        </p:spPr>
      </p:cxnSp>
      <p:cxnSp>
        <p:nvCxnSpPr>
          <p:cNvPr id="569" name="Google Shape;569;p66"/>
          <p:cNvCxnSpPr>
            <a:stCxn id="567" idx="3"/>
          </p:cNvCxnSpPr>
          <p:nvPr/>
        </p:nvCxnSpPr>
        <p:spPr>
          <a:xfrm>
            <a:off x="8787100" y="2071250"/>
            <a:ext cx="803100" cy="0"/>
          </a:xfrm>
          <a:prstGeom prst="straightConnector1">
            <a:avLst/>
          </a:prstGeom>
          <a:noFill/>
          <a:ln cap="flat" cmpd="sng" w="9525">
            <a:solidFill>
              <a:schemeClr val="accent3"/>
            </a:solidFill>
            <a:prstDash val="dash"/>
            <a:round/>
            <a:headEnd len="med" w="med" type="none"/>
            <a:tailEnd len="med" w="med" type="none"/>
          </a:ln>
        </p:spPr>
      </p:cxnSp>
      <p:sp>
        <p:nvSpPr>
          <p:cNvPr id="570" name="Google Shape;570;p66"/>
          <p:cNvSpPr txBox="1"/>
          <p:nvPr>
            <p:ph idx="3" type="title"/>
          </p:nvPr>
        </p:nvSpPr>
        <p:spPr>
          <a:xfrm>
            <a:off x="228600" y="151700"/>
            <a:ext cx="4160400" cy="464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EXPECTED DELIVERABLES</a:t>
            </a:r>
            <a:endParaRPr/>
          </a:p>
        </p:txBody>
      </p:sp>
      <p:sp>
        <p:nvSpPr>
          <p:cNvPr id="571" name="Google Shape;571;p66"/>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r>
              <a:rPr lang="en"/>
              <a:t>GROUP 7</a:t>
            </a:r>
            <a:endParaRPr/>
          </a:p>
        </p:txBody>
      </p:sp>
      <p:sp>
        <p:nvSpPr>
          <p:cNvPr id="572" name="Google Shape;572;p66"/>
          <p:cNvSpPr txBox="1"/>
          <p:nvPr>
            <p:ph idx="6" type="subTitle"/>
          </p:nvPr>
        </p:nvSpPr>
        <p:spPr>
          <a:xfrm>
            <a:off x="228600" y="1476450"/>
            <a:ext cx="2667900" cy="5331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a:t>I</a:t>
            </a:r>
            <a:r>
              <a:rPr lang="en"/>
              <a:t>nteractive Speedrun Platformer</a:t>
            </a:r>
            <a:endParaRPr/>
          </a:p>
        </p:txBody>
      </p:sp>
      <p:sp>
        <p:nvSpPr>
          <p:cNvPr id="573" name="Google Shape;573;p66"/>
          <p:cNvSpPr txBox="1"/>
          <p:nvPr>
            <p:ph idx="8" type="subTitle"/>
          </p:nvPr>
        </p:nvSpPr>
        <p:spPr>
          <a:xfrm>
            <a:off x="448500" y="2071250"/>
            <a:ext cx="2228100" cy="5331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a:t>A fully playable, endless vertical platformer running at stable 60+ FPS.</a:t>
            </a:r>
            <a:endParaRPr/>
          </a:p>
        </p:txBody>
      </p:sp>
      <p:sp>
        <p:nvSpPr>
          <p:cNvPr id="574" name="Google Shape;574;p66"/>
          <p:cNvSpPr txBox="1"/>
          <p:nvPr>
            <p:ph idx="3" type="title"/>
          </p:nvPr>
        </p:nvSpPr>
        <p:spPr>
          <a:xfrm>
            <a:off x="3001363" y="1396500"/>
            <a:ext cx="3181500" cy="464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4000"/>
              <a:t>SPEEDFORM</a:t>
            </a:r>
            <a:endParaRPr sz="4000"/>
          </a:p>
        </p:txBody>
      </p:sp>
      <p:sp>
        <p:nvSpPr>
          <p:cNvPr id="575" name="Google Shape;575;p66"/>
          <p:cNvSpPr/>
          <p:nvPr/>
        </p:nvSpPr>
        <p:spPr>
          <a:xfrm>
            <a:off x="4621063" y="2427300"/>
            <a:ext cx="2667900" cy="2674200"/>
          </a:xfrm>
          <a:prstGeom prst="roundRect">
            <a:avLst>
              <a:gd fmla="val 50000" name="adj"/>
            </a:avLst>
          </a:prstGeom>
          <a:noFill/>
          <a:ln cap="flat" cmpd="sng" w="9525">
            <a:solidFill>
              <a:schemeClr val="accent3"/>
            </a:solidFill>
            <a:prstDash val="solid"/>
            <a:round/>
            <a:headEnd len="sm" w="sm" type="none"/>
            <a:tailEnd len="sm" w="sm" type="none"/>
          </a:ln>
          <a:effectLst>
            <a:outerShdw blurRad="171450" rotWithShape="0" algn="bl">
              <a:schemeClr val="dk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Figtree Medium"/>
              <a:ea typeface="Figtree Medium"/>
              <a:cs typeface="Figtree Medium"/>
              <a:sym typeface="Figtree Medium"/>
            </a:endParaRPr>
          </a:p>
          <a:p>
            <a:pPr indent="0" lvl="0" marL="0" rtl="0" algn="l">
              <a:spcBef>
                <a:spcPts val="0"/>
              </a:spcBef>
              <a:spcAft>
                <a:spcPts val="0"/>
              </a:spcAft>
              <a:buNone/>
            </a:pPr>
            <a:r>
              <a:t/>
            </a:r>
            <a:endParaRPr>
              <a:solidFill>
                <a:schemeClr val="lt1"/>
              </a:solidFill>
              <a:latin typeface="Figtree Medium"/>
              <a:ea typeface="Figtree Medium"/>
              <a:cs typeface="Figtree Medium"/>
              <a:sym typeface="Figtree Medium"/>
            </a:endParaRPr>
          </a:p>
        </p:txBody>
      </p:sp>
      <p:sp>
        <p:nvSpPr>
          <p:cNvPr id="576" name="Google Shape;576;p66"/>
          <p:cNvSpPr txBox="1"/>
          <p:nvPr>
            <p:ph idx="6" type="subTitle"/>
          </p:nvPr>
        </p:nvSpPr>
        <p:spPr>
          <a:xfrm>
            <a:off x="1951050" y="3299300"/>
            <a:ext cx="2667900" cy="5331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a:t>Custom Shader Suite</a:t>
            </a:r>
            <a:endParaRPr/>
          </a:p>
        </p:txBody>
      </p:sp>
      <p:sp>
        <p:nvSpPr>
          <p:cNvPr id="577" name="Google Shape;577;p66"/>
          <p:cNvSpPr txBox="1"/>
          <p:nvPr>
            <p:ph idx="8" type="subTitle"/>
          </p:nvPr>
        </p:nvSpPr>
        <p:spPr>
          <a:xfrm>
            <a:off x="2170950" y="3733550"/>
            <a:ext cx="2228100" cy="5331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a:t>Documented GLSL shaders showcasing dynamic lighting, parallax backgrounds, and post-processing.</a:t>
            </a:r>
            <a:endParaRPr/>
          </a:p>
        </p:txBody>
      </p:sp>
      <p:sp>
        <p:nvSpPr>
          <p:cNvPr id="578" name="Google Shape;578;p66"/>
          <p:cNvSpPr txBox="1"/>
          <p:nvPr>
            <p:ph idx="6" type="subTitle"/>
          </p:nvPr>
        </p:nvSpPr>
        <p:spPr>
          <a:xfrm>
            <a:off x="4621075" y="3299300"/>
            <a:ext cx="2667900" cy="5331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a:t>Performance Analysis Report</a:t>
            </a:r>
            <a:endParaRPr/>
          </a:p>
        </p:txBody>
      </p:sp>
      <p:sp>
        <p:nvSpPr>
          <p:cNvPr id="579" name="Google Shape;579;p66"/>
          <p:cNvSpPr txBox="1"/>
          <p:nvPr>
            <p:ph idx="8" type="subTitle"/>
          </p:nvPr>
        </p:nvSpPr>
        <p:spPr>
          <a:xfrm>
            <a:off x="4840975" y="3911675"/>
            <a:ext cx="2228100" cy="5331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a:t>Metrics demonstrating rendering efficiency, draw call counts, and memory stability during rapid chunk streaming.</a:t>
            </a:r>
            <a:endParaRPr/>
          </a:p>
        </p:txBody>
      </p:sp>
      <p:sp>
        <p:nvSpPr>
          <p:cNvPr id="580" name="Google Shape;580;p66"/>
          <p:cNvSpPr txBox="1"/>
          <p:nvPr>
            <p:ph idx="6" type="subTitle"/>
          </p:nvPr>
        </p:nvSpPr>
        <p:spPr>
          <a:xfrm>
            <a:off x="6119200" y="1362300"/>
            <a:ext cx="2667900" cy="5331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a:t>Seed Sharing System</a:t>
            </a:r>
            <a:endParaRPr/>
          </a:p>
        </p:txBody>
      </p:sp>
      <p:sp>
        <p:nvSpPr>
          <p:cNvPr id="581" name="Google Shape;581;p66"/>
          <p:cNvSpPr txBox="1"/>
          <p:nvPr>
            <p:ph idx="8" type="subTitle"/>
          </p:nvPr>
        </p:nvSpPr>
        <p:spPr>
          <a:xfrm>
            <a:off x="6287725" y="1804700"/>
            <a:ext cx="2228100" cy="5331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a:t>Deterministic recreation of identical levels verified by seed inputs.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5" name="Shape 585"/>
        <p:cNvGrpSpPr/>
        <p:nvPr/>
      </p:nvGrpSpPr>
      <p:grpSpPr>
        <a:xfrm>
          <a:off x="0" y="0"/>
          <a:ext cx="0" cy="0"/>
          <a:chOff x="0" y="0"/>
          <a:chExt cx="0" cy="0"/>
        </a:xfrm>
      </p:grpSpPr>
      <p:sp>
        <p:nvSpPr>
          <p:cNvPr id="586" name="Google Shape;586;p67"/>
          <p:cNvSpPr txBox="1"/>
          <p:nvPr>
            <p:ph type="title"/>
          </p:nvPr>
        </p:nvSpPr>
        <p:spPr>
          <a:xfrm>
            <a:off x="230075" y="58625"/>
            <a:ext cx="2500500" cy="1722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CONCLUSION</a:t>
            </a:r>
            <a:endParaRPr/>
          </a:p>
        </p:txBody>
      </p:sp>
      <p:sp>
        <p:nvSpPr>
          <p:cNvPr id="587" name="Google Shape;587;p67"/>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r>
              <a:rPr lang="en"/>
              <a:t>GROUP 7</a:t>
            </a:r>
            <a:endParaRPr/>
          </a:p>
        </p:txBody>
      </p:sp>
      <p:sp>
        <p:nvSpPr>
          <p:cNvPr id="588" name="Google Shape;588;p67"/>
          <p:cNvSpPr txBox="1"/>
          <p:nvPr>
            <p:ph idx="3" type="title"/>
          </p:nvPr>
        </p:nvSpPr>
        <p:spPr>
          <a:xfrm>
            <a:off x="1254050" y="1703407"/>
            <a:ext cx="6636000" cy="12795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THANK YOU</a:t>
            </a:r>
            <a:endParaRPr/>
          </a:p>
        </p:txBody>
      </p:sp>
      <p:sp>
        <p:nvSpPr>
          <p:cNvPr id="589" name="Google Shape;589;p67"/>
          <p:cNvSpPr txBox="1"/>
          <p:nvPr>
            <p:ph idx="1" type="subTitle"/>
          </p:nvPr>
        </p:nvSpPr>
        <p:spPr>
          <a:xfrm>
            <a:off x="1643100" y="2881050"/>
            <a:ext cx="5857800" cy="4317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a:t>Questions?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Dark mode gradients">
  <a:themeElements>
    <a:clrScheme name="Simple Light">
      <a:dk1>
        <a:srgbClr val="FFFFFF"/>
      </a:dk1>
      <a:lt1>
        <a:srgbClr val="000000"/>
      </a:lt1>
      <a:dk2>
        <a:srgbClr val="FF6234"/>
      </a:dk2>
      <a:lt2>
        <a:srgbClr val="AB4FF6"/>
      </a:lt2>
      <a:accent1>
        <a:srgbClr val="202124"/>
      </a:accent1>
      <a:accent2>
        <a:srgbClr val="F7F2F1"/>
      </a:accent2>
      <a:accent3>
        <a:srgbClr val="BABCC2"/>
      </a:accent3>
      <a:accent4>
        <a:srgbClr val="FCE5CD"/>
      </a:accent4>
      <a:accent5>
        <a:srgbClr val="FF5F79"/>
      </a:accent5>
      <a:accent6>
        <a:srgbClr val="D20972"/>
      </a:accent6>
      <a:hlink>
        <a:srgbClr val="3C78D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